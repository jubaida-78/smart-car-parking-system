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3" r:id="rId7"/>
    <p:sldId id="271" r:id="rId8"/>
    <p:sldId id="264" r:id="rId9"/>
    <p:sldId id="265" r:id="rId10"/>
    <p:sldId id="267" r:id="rId11"/>
  </p:sldIdLst>
  <p:sldSz cx="9144000" cy="5143500" type="screen16x9"/>
  <p:notesSz cx="6858000" cy="9144000"/>
  <p:embeddedFontLst>
    <p:embeddedFont>
      <p:font typeface="Arial Rounded MT Bold" panose="020F0704030504030204" pitchFamily="34" charset="0"/>
      <p:regular r:id="rId13"/>
    </p:embeddedFont>
    <p:embeddedFont>
      <p:font typeface="Bebas Neue" panose="020B0604020202020204" charset="0"/>
      <p:regular r:id="rId14"/>
    </p:embeddedFont>
    <p:embeddedFont>
      <p:font typeface="Poppins Medium" panose="00000600000000000000" pitchFamily="2" charset="0"/>
      <p:regular r:id="rId15"/>
      <p:bold r:id="rId16"/>
      <p:italic r:id="rId17"/>
      <p:boldItalic r:id="rId18"/>
    </p:embeddedFont>
    <p:embeddedFont>
      <p:font typeface="Poppins SemiBold" panose="00000700000000000000" pitchFamily="2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74DA94-9B16-4827-8BF2-05B958B6C41C}">
  <a:tblStyle styleId="{9974DA94-9B16-4827-8BF2-05B958B6C4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EDE5F3-7733-46DB-8188-FC52CC64B6B6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D35A6C-1785-44C5-AE99-2E63829CF457}">
      <dgm:prSet/>
      <dgm:spPr/>
      <dgm:t>
        <a:bodyPr/>
        <a:lstStyle/>
        <a:p>
          <a:r>
            <a:rPr lang="en-US" dirty="0"/>
            <a:t>Slot availability tracking (3 slots)</a:t>
          </a:r>
        </a:p>
      </dgm:t>
    </dgm:pt>
    <dgm:pt modelId="{515E2C3C-96F4-47C9-A886-37E8655579B2}" type="parTrans" cxnId="{817F2C58-F113-444D-AD53-315597E34EF8}">
      <dgm:prSet/>
      <dgm:spPr/>
      <dgm:t>
        <a:bodyPr/>
        <a:lstStyle/>
        <a:p>
          <a:endParaRPr lang="en-US"/>
        </a:p>
      </dgm:t>
    </dgm:pt>
    <dgm:pt modelId="{0DC12D7F-CB79-49B8-9AF6-381896AD4D24}" type="sibTrans" cxnId="{817F2C58-F113-444D-AD53-315597E34EF8}">
      <dgm:prSet/>
      <dgm:spPr/>
      <dgm:t>
        <a:bodyPr/>
        <a:lstStyle/>
        <a:p>
          <a:endParaRPr lang="en-US"/>
        </a:p>
      </dgm:t>
    </dgm:pt>
    <dgm:pt modelId="{B2CA352C-008D-4A5C-8A67-F52890ABB247}">
      <dgm:prSet/>
      <dgm:spPr/>
      <dgm:t>
        <a:bodyPr/>
        <a:lstStyle/>
        <a:p>
          <a:r>
            <a:rPr lang="en-US"/>
            <a:t>ID-based access control</a:t>
          </a:r>
        </a:p>
      </dgm:t>
    </dgm:pt>
    <dgm:pt modelId="{01A2A275-2592-4899-BE3B-1AAF5F2D4BF0}" type="parTrans" cxnId="{D1F67EC1-7034-4E14-8D82-EB6C71D3A364}">
      <dgm:prSet/>
      <dgm:spPr/>
      <dgm:t>
        <a:bodyPr/>
        <a:lstStyle/>
        <a:p>
          <a:endParaRPr lang="en-US"/>
        </a:p>
      </dgm:t>
    </dgm:pt>
    <dgm:pt modelId="{7D36A539-B5ED-4CFE-9694-133E92983A6A}" type="sibTrans" cxnId="{D1F67EC1-7034-4E14-8D82-EB6C71D3A364}">
      <dgm:prSet/>
      <dgm:spPr/>
      <dgm:t>
        <a:bodyPr/>
        <a:lstStyle/>
        <a:p>
          <a:endParaRPr lang="en-US"/>
        </a:p>
      </dgm:t>
    </dgm:pt>
    <dgm:pt modelId="{7C8BB882-AF46-4BF5-9C1B-0D73832FCC90}">
      <dgm:prSet/>
      <dgm:spPr/>
      <dgm:t>
        <a:bodyPr/>
        <a:lstStyle/>
        <a:p>
          <a:r>
            <a:rPr lang="en-US"/>
            <a:t>Automatic gate operation</a:t>
          </a:r>
        </a:p>
      </dgm:t>
    </dgm:pt>
    <dgm:pt modelId="{4912A395-881A-42DC-A19D-3951D91C3725}" type="parTrans" cxnId="{674513D0-03B9-45F2-886F-5169A02438DC}">
      <dgm:prSet/>
      <dgm:spPr/>
      <dgm:t>
        <a:bodyPr/>
        <a:lstStyle/>
        <a:p>
          <a:endParaRPr lang="en-US"/>
        </a:p>
      </dgm:t>
    </dgm:pt>
    <dgm:pt modelId="{862C9147-B133-4BEF-A559-95864BD29C9C}" type="sibTrans" cxnId="{674513D0-03B9-45F2-886F-5169A02438DC}">
      <dgm:prSet/>
      <dgm:spPr/>
      <dgm:t>
        <a:bodyPr/>
        <a:lstStyle/>
        <a:p>
          <a:endParaRPr lang="en-US"/>
        </a:p>
      </dgm:t>
    </dgm:pt>
    <dgm:pt modelId="{59DF70F9-46F6-4628-BC7E-FC6F1FBC1A51}">
      <dgm:prSet/>
      <dgm:spPr/>
      <dgm:t>
        <a:bodyPr/>
        <a:lstStyle/>
        <a:p>
          <a:r>
            <a:rPr lang="en-US"/>
            <a:t>Fire/gas detection with confirmation time</a:t>
          </a:r>
        </a:p>
      </dgm:t>
    </dgm:pt>
    <dgm:pt modelId="{F192BFF2-5780-4302-B845-4BDEA7EB17E8}" type="parTrans" cxnId="{12874579-3545-490C-9433-E8B915ED40AB}">
      <dgm:prSet/>
      <dgm:spPr/>
      <dgm:t>
        <a:bodyPr/>
        <a:lstStyle/>
        <a:p>
          <a:endParaRPr lang="en-US"/>
        </a:p>
      </dgm:t>
    </dgm:pt>
    <dgm:pt modelId="{A2CA9595-3EE6-48DD-8969-4B037A25931D}" type="sibTrans" cxnId="{12874579-3545-490C-9433-E8B915ED40AB}">
      <dgm:prSet/>
      <dgm:spPr/>
      <dgm:t>
        <a:bodyPr/>
        <a:lstStyle/>
        <a:p>
          <a:endParaRPr lang="en-US"/>
        </a:p>
      </dgm:t>
    </dgm:pt>
    <dgm:pt modelId="{A5442F6B-2EBC-480E-9956-859F33B3B361}">
      <dgm:prSet/>
      <dgm:spPr/>
      <dgm:t>
        <a:bodyPr/>
        <a:lstStyle/>
        <a:p>
          <a:r>
            <a:rPr lang="en-US"/>
            <a:t>Emergency siren and relay activation</a:t>
          </a:r>
        </a:p>
      </dgm:t>
    </dgm:pt>
    <dgm:pt modelId="{280B7C79-605C-4BC5-B042-CACEB804D8CF}" type="parTrans" cxnId="{7EA914E7-5CC5-41A8-A890-E5BEB6980C73}">
      <dgm:prSet/>
      <dgm:spPr/>
      <dgm:t>
        <a:bodyPr/>
        <a:lstStyle/>
        <a:p>
          <a:endParaRPr lang="en-US"/>
        </a:p>
      </dgm:t>
    </dgm:pt>
    <dgm:pt modelId="{7C85D3B3-2AA9-4C81-8F95-26C661E7A391}" type="sibTrans" cxnId="{7EA914E7-5CC5-41A8-A890-E5BEB6980C73}">
      <dgm:prSet/>
      <dgm:spPr/>
      <dgm:t>
        <a:bodyPr/>
        <a:lstStyle/>
        <a:p>
          <a:endParaRPr lang="en-US"/>
        </a:p>
      </dgm:t>
    </dgm:pt>
    <dgm:pt modelId="{FA7159EA-EF0D-446B-84F7-B3B80FD461DE}">
      <dgm:prSet/>
      <dgm:spPr/>
      <dgm:t>
        <a:bodyPr/>
        <a:lstStyle/>
        <a:p>
          <a:r>
            <a:rPr lang="en-US"/>
            <a:t>LCD real-time status display</a:t>
          </a:r>
        </a:p>
      </dgm:t>
    </dgm:pt>
    <dgm:pt modelId="{2092244A-ECBB-4C7C-A684-3977183FF914}" type="parTrans" cxnId="{FA1FFED5-4EC1-4CB1-9D19-1EC00332752E}">
      <dgm:prSet/>
      <dgm:spPr/>
      <dgm:t>
        <a:bodyPr/>
        <a:lstStyle/>
        <a:p>
          <a:endParaRPr lang="en-US"/>
        </a:p>
      </dgm:t>
    </dgm:pt>
    <dgm:pt modelId="{7563D7E6-5105-4DED-B4CB-05141D08C54D}" type="sibTrans" cxnId="{FA1FFED5-4EC1-4CB1-9D19-1EC00332752E}">
      <dgm:prSet/>
      <dgm:spPr/>
      <dgm:t>
        <a:bodyPr/>
        <a:lstStyle/>
        <a:p>
          <a:endParaRPr lang="en-US"/>
        </a:p>
      </dgm:t>
    </dgm:pt>
    <dgm:pt modelId="{E5092ECE-E520-438D-8D0D-8A702081F3B6}" type="pres">
      <dgm:prSet presAssocID="{5EEDE5F3-7733-46DB-8188-FC52CC64B6B6}" presName="linear" presStyleCnt="0">
        <dgm:presLayoutVars>
          <dgm:animLvl val="lvl"/>
          <dgm:resizeHandles val="exact"/>
        </dgm:presLayoutVars>
      </dgm:prSet>
      <dgm:spPr/>
    </dgm:pt>
    <dgm:pt modelId="{E85F2C5E-BD24-40BC-A493-761711731FD3}" type="pres">
      <dgm:prSet presAssocID="{4FD35A6C-1785-44C5-AE99-2E63829CF457}" presName="parentText" presStyleLbl="node1" presStyleIdx="0" presStyleCnt="6" custScaleX="99837" custScaleY="139560" custLinFactNeighborX="82" custLinFactNeighborY="-47460">
        <dgm:presLayoutVars>
          <dgm:chMax val="0"/>
          <dgm:bulletEnabled val="1"/>
        </dgm:presLayoutVars>
      </dgm:prSet>
      <dgm:spPr/>
    </dgm:pt>
    <dgm:pt modelId="{667122C0-E1AC-4F3A-83A3-EF25B7E5811C}" type="pres">
      <dgm:prSet presAssocID="{0DC12D7F-CB79-49B8-9AF6-381896AD4D24}" presName="spacer" presStyleCnt="0"/>
      <dgm:spPr/>
    </dgm:pt>
    <dgm:pt modelId="{FD498DCB-6C93-44CE-B908-DE4570033F9C}" type="pres">
      <dgm:prSet presAssocID="{B2CA352C-008D-4A5C-8A67-F52890ABB247}" presName="parentText" presStyleLbl="node1" presStyleIdx="1" presStyleCnt="6" custScaleX="99837" custScaleY="139560" custLinFactNeighborX="1958">
        <dgm:presLayoutVars>
          <dgm:chMax val="0"/>
          <dgm:bulletEnabled val="1"/>
        </dgm:presLayoutVars>
      </dgm:prSet>
      <dgm:spPr/>
    </dgm:pt>
    <dgm:pt modelId="{97B67C4A-C793-4F94-900B-EB3F88302486}" type="pres">
      <dgm:prSet presAssocID="{7D36A539-B5ED-4CFE-9694-133E92983A6A}" presName="spacer" presStyleCnt="0"/>
      <dgm:spPr/>
    </dgm:pt>
    <dgm:pt modelId="{BE80EAAE-4149-4D39-AD36-BB9B2B38D91A}" type="pres">
      <dgm:prSet presAssocID="{7C8BB882-AF46-4BF5-9C1B-0D73832FCC90}" presName="parentText" presStyleLbl="node1" presStyleIdx="2" presStyleCnt="6" custScaleX="99837" custScaleY="139560" custLinFactNeighborX="1958">
        <dgm:presLayoutVars>
          <dgm:chMax val="0"/>
          <dgm:bulletEnabled val="1"/>
        </dgm:presLayoutVars>
      </dgm:prSet>
      <dgm:spPr/>
    </dgm:pt>
    <dgm:pt modelId="{39FF19AF-3DFD-4635-830A-5F063951A59B}" type="pres">
      <dgm:prSet presAssocID="{862C9147-B133-4BEF-A559-95864BD29C9C}" presName="spacer" presStyleCnt="0"/>
      <dgm:spPr/>
    </dgm:pt>
    <dgm:pt modelId="{67606A8E-F433-4FAC-8423-06DDBAEC1C8D}" type="pres">
      <dgm:prSet presAssocID="{59DF70F9-46F6-4628-BC7E-FC6F1FBC1A51}" presName="parentText" presStyleLbl="node1" presStyleIdx="3" presStyleCnt="6" custScaleX="99837" custScaleY="139560" custLinFactNeighborX="1958">
        <dgm:presLayoutVars>
          <dgm:chMax val="0"/>
          <dgm:bulletEnabled val="1"/>
        </dgm:presLayoutVars>
      </dgm:prSet>
      <dgm:spPr/>
    </dgm:pt>
    <dgm:pt modelId="{BE8F02AA-A26C-47A2-94B2-6315E5B6DE14}" type="pres">
      <dgm:prSet presAssocID="{A2CA9595-3EE6-48DD-8969-4B037A25931D}" presName="spacer" presStyleCnt="0"/>
      <dgm:spPr/>
    </dgm:pt>
    <dgm:pt modelId="{52EDC669-F1AB-4BE4-8B56-74801BCF425E}" type="pres">
      <dgm:prSet presAssocID="{A5442F6B-2EBC-480E-9956-859F33B3B361}" presName="parentText" presStyleLbl="node1" presStyleIdx="4" presStyleCnt="6" custScaleX="99837" custScaleY="139560" custLinFactNeighborX="1958">
        <dgm:presLayoutVars>
          <dgm:chMax val="0"/>
          <dgm:bulletEnabled val="1"/>
        </dgm:presLayoutVars>
      </dgm:prSet>
      <dgm:spPr/>
    </dgm:pt>
    <dgm:pt modelId="{414F501D-5FC0-47B8-B93E-EE0FDA725933}" type="pres">
      <dgm:prSet presAssocID="{7C85D3B3-2AA9-4C81-8F95-26C661E7A391}" presName="spacer" presStyleCnt="0"/>
      <dgm:spPr/>
    </dgm:pt>
    <dgm:pt modelId="{D93A96D3-1493-4CAE-8301-58861C365E26}" type="pres">
      <dgm:prSet presAssocID="{FA7159EA-EF0D-446B-84F7-B3B80FD461DE}" presName="parentText" presStyleLbl="node1" presStyleIdx="5" presStyleCnt="6" custScaleX="99837" custScaleY="139560" custLinFactNeighborX="1958">
        <dgm:presLayoutVars>
          <dgm:chMax val="0"/>
          <dgm:bulletEnabled val="1"/>
        </dgm:presLayoutVars>
      </dgm:prSet>
      <dgm:spPr/>
    </dgm:pt>
  </dgm:ptLst>
  <dgm:cxnLst>
    <dgm:cxn modelId="{92C82D21-EA6D-46A4-840C-BE06B71AB4BF}" type="presOf" srcId="{4FD35A6C-1785-44C5-AE99-2E63829CF457}" destId="{E85F2C5E-BD24-40BC-A493-761711731FD3}" srcOrd="0" destOrd="0" presId="urn:microsoft.com/office/officeart/2005/8/layout/vList2"/>
    <dgm:cxn modelId="{0A9DCA27-9911-4335-B07A-0056E0EF58A6}" type="presOf" srcId="{B2CA352C-008D-4A5C-8A67-F52890ABB247}" destId="{FD498DCB-6C93-44CE-B908-DE4570033F9C}" srcOrd="0" destOrd="0" presId="urn:microsoft.com/office/officeart/2005/8/layout/vList2"/>
    <dgm:cxn modelId="{99277133-2D58-4924-A119-676518277AD9}" type="presOf" srcId="{7C8BB882-AF46-4BF5-9C1B-0D73832FCC90}" destId="{BE80EAAE-4149-4D39-AD36-BB9B2B38D91A}" srcOrd="0" destOrd="0" presId="urn:microsoft.com/office/officeart/2005/8/layout/vList2"/>
    <dgm:cxn modelId="{E8AC963F-9F5B-41D3-876A-1E0970E4A401}" type="presOf" srcId="{A5442F6B-2EBC-480E-9956-859F33B3B361}" destId="{52EDC669-F1AB-4BE4-8B56-74801BCF425E}" srcOrd="0" destOrd="0" presId="urn:microsoft.com/office/officeart/2005/8/layout/vList2"/>
    <dgm:cxn modelId="{7DFC3A41-E380-4992-8B8B-2E22002296F3}" type="presOf" srcId="{FA7159EA-EF0D-446B-84F7-B3B80FD461DE}" destId="{D93A96D3-1493-4CAE-8301-58861C365E26}" srcOrd="0" destOrd="0" presId="urn:microsoft.com/office/officeart/2005/8/layout/vList2"/>
    <dgm:cxn modelId="{817F2C58-F113-444D-AD53-315597E34EF8}" srcId="{5EEDE5F3-7733-46DB-8188-FC52CC64B6B6}" destId="{4FD35A6C-1785-44C5-AE99-2E63829CF457}" srcOrd="0" destOrd="0" parTransId="{515E2C3C-96F4-47C9-A886-37E8655579B2}" sibTransId="{0DC12D7F-CB79-49B8-9AF6-381896AD4D24}"/>
    <dgm:cxn modelId="{12874579-3545-490C-9433-E8B915ED40AB}" srcId="{5EEDE5F3-7733-46DB-8188-FC52CC64B6B6}" destId="{59DF70F9-46F6-4628-BC7E-FC6F1FBC1A51}" srcOrd="3" destOrd="0" parTransId="{F192BFF2-5780-4302-B845-4BDEA7EB17E8}" sibTransId="{A2CA9595-3EE6-48DD-8969-4B037A25931D}"/>
    <dgm:cxn modelId="{4CA111A8-C758-4E31-B978-ED06D02AFD37}" type="presOf" srcId="{59DF70F9-46F6-4628-BC7E-FC6F1FBC1A51}" destId="{67606A8E-F433-4FAC-8423-06DDBAEC1C8D}" srcOrd="0" destOrd="0" presId="urn:microsoft.com/office/officeart/2005/8/layout/vList2"/>
    <dgm:cxn modelId="{D1F67EC1-7034-4E14-8D82-EB6C71D3A364}" srcId="{5EEDE5F3-7733-46DB-8188-FC52CC64B6B6}" destId="{B2CA352C-008D-4A5C-8A67-F52890ABB247}" srcOrd="1" destOrd="0" parTransId="{01A2A275-2592-4899-BE3B-1AAF5F2D4BF0}" sibTransId="{7D36A539-B5ED-4CFE-9694-133E92983A6A}"/>
    <dgm:cxn modelId="{674513D0-03B9-45F2-886F-5169A02438DC}" srcId="{5EEDE5F3-7733-46DB-8188-FC52CC64B6B6}" destId="{7C8BB882-AF46-4BF5-9C1B-0D73832FCC90}" srcOrd="2" destOrd="0" parTransId="{4912A395-881A-42DC-A19D-3951D91C3725}" sibTransId="{862C9147-B133-4BEF-A559-95864BD29C9C}"/>
    <dgm:cxn modelId="{FA1FFED5-4EC1-4CB1-9D19-1EC00332752E}" srcId="{5EEDE5F3-7733-46DB-8188-FC52CC64B6B6}" destId="{FA7159EA-EF0D-446B-84F7-B3B80FD461DE}" srcOrd="5" destOrd="0" parTransId="{2092244A-ECBB-4C7C-A684-3977183FF914}" sibTransId="{7563D7E6-5105-4DED-B4CB-05141D08C54D}"/>
    <dgm:cxn modelId="{2D995AD9-E232-4468-B780-2FE86C897DB6}" type="presOf" srcId="{5EEDE5F3-7733-46DB-8188-FC52CC64B6B6}" destId="{E5092ECE-E520-438D-8D0D-8A702081F3B6}" srcOrd="0" destOrd="0" presId="urn:microsoft.com/office/officeart/2005/8/layout/vList2"/>
    <dgm:cxn modelId="{7EA914E7-5CC5-41A8-A890-E5BEB6980C73}" srcId="{5EEDE5F3-7733-46DB-8188-FC52CC64B6B6}" destId="{A5442F6B-2EBC-480E-9956-859F33B3B361}" srcOrd="4" destOrd="0" parTransId="{280B7C79-605C-4BC5-B042-CACEB804D8CF}" sibTransId="{7C85D3B3-2AA9-4C81-8F95-26C661E7A391}"/>
    <dgm:cxn modelId="{87AA816A-45D1-420F-A751-0F8ADD95F309}" type="presParOf" srcId="{E5092ECE-E520-438D-8D0D-8A702081F3B6}" destId="{E85F2C5E-BD24-40BC-A493-761711731FD3}" srcOrd="0" destOrd="0" presId="urn:microsoft.com/office/officeart/2005/8/layout/vList2"/>
    <dgm:cxn modelId="{4E9FFC12-221B-47E8-A460-A804C5BA3045}" type="presParOf" srcId="{E5092ECE-E520-438D-8D0D-8A702081F3B6}" destId="{667122C0-E1AC-4F3A-83A3-EF25B7E5811C}" srcOrd="1" destOrd="0" presId="urn:microsoft.com/office/officeart/2005/8/layout/vList2"/>
    <dgm:cxn modelId="{637BE398-3CA6-4499-9159-15B0DABF7B77}" type="presParOf" srcId="{E5092ECE-E520-438D-8D0D-8A702081F3B6}" destId="{FD498DCB-6C93-44CE-B908-DE4570033F9C}" srcOrd="2" destOrd="0" presId="urn:microsoft.com/office/officeart/2005/8/layout/vList2"/>
    <dgm:cxn modelId="{EB5E99CA-2C8B-4E36-9A78-0B5A3FC00453}" type="presParOf" srcId="{E5092ECE-E520-438D-8D0D-8A702081F3B6}" destId="{97B67C4A-C793-4F94-900B-EB3F88302486}" srcOrd="3" destOrd="0" presId="urn:microsoft.com/office/officeart/2005/8/layout/vList2"/>
    <dgm:cxn modelId="{71640658-A155-4075-BF3A-93B35E50D9A6}" type="presParOf" srcId="{E5092ECE-E520-438D-8D0D-8A702081F3B6}" destId="{BE80EAAE-4149-4D39-AD36-BB9B2B38D91A}" srcOrd="4" destOrd="0" presId="urn:microsoft.com/office/officeart/2005/8/layout/vList2"/>
    <dgm:cxn modelId="{9B8D382C-648F-4C7E-AA09-DA93C5CF0B15}" type="presParOf" srcId="{E5092ECE-E520-438D-8D0D-8A702081F3B6}" destId="{39FF19AF-3DFD-4635-830A-5F063951A59B}" srcOrd="5" destOrd="0" presId="urn:microsoft.com/office/officeart/2005/8/layout/vList2"/>
    <dgm:cxn modelId="{9A52BF77-1E46-4502-AD13-AE60C36AFAA9}" type="presParOf" srcId="{E5092ECE-E520-438D-8D0D-8A702081F3B6}" destId="{67606A8E-F433-4FAC-8423-06DDBAEC1C8D}" srcOrd="6" destOrd="0" presId="urn:microsoft.com/office/officeart/2005/8/layout/vList2"/>
    <dgm:cxn modelId="{79C21817-77E5-4CFE-8842-30A8FCDBBE7D}" type="presParOf" srcId="{E5092ECE-E520-438D-8D0D-8A702081F3B6}" destId="{BE8F02AA-A26C-47A2-94B2-6315E5B6DE14}" srcOrd="7" destOrd="0" presId="urn:microsoft.com/office/officeart/2005/8/layout/vList2"/>
    <dgm:cxn modelId="{B0377C71-5306-4D5D-998A-B7EF9F06FB28}" type="presParOf" srcId="{E5092ECE-E520-438D-8D0D-8A702081F3B6}" destId="{52EDC669-F1AB-4BE4-8B56-74801BCF425E}" srcOrd="8" destOrd="0" presId="urn:microsoft.com/office/officeart/2005/8/layout/vList2"/>
    <dgm:cxn modelId="{E4D5E907-616A-417D-9947-A3E4894C61FC}" type="presParOf" srcId="{E5092ECE-E520-438D-8D0D-8A702081F3B6}" destId="{414F501D-5FC0-47B8-B93E-EE0FDA725933}" srcOrd="9" destOrd="0" presId="urn:microsoft.com/office/officeart/2005/8/layout/vList2"/>
    <dgm:cxn modelId="{FEACF2DF-4E94-46CD-944C-5D1B4F4BE82A}" type="presParOf" srcId="{E5092ECE-E520-438D-8D0D-8A702081F3B6}" destId="{D93A96D3-1493-4CAE-8301-58861C365E2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2233C9-EB43-41AA-9E67-86C68D50169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B10FF8-E1BD-462E-9D49-8C971168993D}">
      <dgm:prSet custT="1"/>
      <dgm:spPr>
        <a:ln>
          <a:noFill/>
        </a:ln>
      </dgm:spPr>
      <dgm:t>
        <a:bodyPr/>
        <a:lstStyle/>
        <a:p>
          <a:r>
            <a:rPr lang="en-US" sz="1800" b="0" i="0" u="sng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Input</a:t>
          </a:r>
          <a:r>
            <a:rPr lang="en-US" sz="1800" b="1" i="0" u="sng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b="0" i="0" u="sng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Devices</a:t>
          </a:r>
          <a:r>
            <a:rPr lang="en-US" sz="1800" b="1" i="0" u="sng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n-US" sz="1800" b="0" i="0" u="sng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b="0" i="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Keypad, IR Sensor, MQ-2 Gas Sensor.</a:t>
          </a:r>
          <a:endParaRPr lang="en-US" sz="1600" dirty="0">
            <a:solidFill>
              <a:schemeClr val="accent1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F64012-779F-4096-9F31-C05E845BBC99}" type="parTrans" cxnId="{1FC4EE62-9E16-46B2-A5A8-03C84EBB198A}">
      <dgm:prSet/>
      <dgm:spPr/>
      <dgm:t>
        <a:bodyPr/>
        <a:lstStyle/>
        <a:p>
          <a:endParaRPr lang="en-US">
            <a:solidFill>
              <a:schemeClr val="accent1">
                <a:lumMod val="10000"/>
              </a:schemeClr>
            </a:solidFill>
          </a:endParaRPr>
        </a:p>
      </dgm:t>
    </dgm:pt>
    <dgm:pt modelId="{B23E5698-2BAC-4CE6-8298-7A5DA3465D53}" type="sibTrans" cxnId="{1FC4EE62-9E16-46B2-A5A8-03C84EBB198A}">
      <dgm:prSet/>
      <dgm:spPr/>
      <dgm:t>
        <a:bodyPr/>
        <a:lstStyle/>
        <a:p>
          <a:endParaRPr lang="en-US">
            <a:solidFill>
              <a:schemeClr val="accent1">
                <a:lumMod val="10000"/>
              </a:schemeClr>
            </a:solidFill>
          </a:endParaRPr>
        </a:p>
      </dgm:t>
    </dgm:pt>
    <dgm:pt modelId="{4086619D-D8B1-4F31-89AE-3A962930EB8F}">
      <dgm:prSet custT="1"/>
      <dgm:spPr>
        <a:ln>
          <a:noFill/>
        </a:ln>
      </dgm:spPr>
      <dgm:t>
        <a:bodyPr/>
        <a:lstStyle/>
        <a:p>
          <a:pPr algn="ctr"/>
          <a:r>
            <a:rPr lang="en-US" sz="1800" b="0" i="0" u="sng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Controller</a:t>
          </a:r>
          <a:r>
            <a:rPr lang="en-US" sz="1800" b="1" i="0" u="sng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n-US" sz="1800" b="0" i="0" u="sng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b="0" i="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Arduino Mega processes all inputs.</a:t>
          </a:r>
          <a:endParaRPr lang="en-US" sz="1600" dirty="0">
            <a:solidFill>
              <a:schemeClr val="accent1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9BA114-430F-440C-BA40-6E77357468A6}" type="parTrans" cxnId="{029FDBC3-6C20-44AA-B798-91E8A9DDF6D1}">
      <dgm:prSet/>
      <dgm:spPr/>
      <dgm:t>
        <a:bodyPr/>
        <a:lstStyle/>
        <a:p>
          <a:endParaRPr lang="en-US">
            <a:solidFill>
              <a:schemeClr val="accent1">
                <a:lumMod val="10000"/>
              </a:schemeClr>
            </a:solidFill>
          </a:endParaRPr>
        </a:p>
      </dgm:t>
    </dgm:pt>
    <dgm:pt modelId="{AB2893E3-FEEF-404C-8878-93BD9C4328B7}" type="sibTrans" cxnId="{029FDBC3-6C20-44AA-B798-91E8A9DDF6D1}">
      <dgm:prSet/>
      <dgm:spPr/>
      <dgm:t>
        <a:bodyPr/>
        <a:lstStyle/>
        <a:p>
          <a:endParaRPr lang="en-US">
            <a:solidFill>
              <a:schemeClr val="accent1">
                <a:lumMod val="10000"/>
              </a:schemeClr>
            </a:solidFill>
          </a:endParaRPr>
        </a:p>
      </dgm:t>
    </dgm:pt>
    <dgm:pt modelId="{5DC2D1C8-2A91-4923-A88E-7BEC3B96FFC3}">
      <dgm:prSet custT="1"/>
      <dgm:spPr>
        <a:ln>
          <a:noFill/>
        </a:ln>
      </dgm:spPr>
      <dgm:t>
        <a:bodyPr/>
        <a:lstStyle/>
        <a:p>
          <a:pPr algn="ctr"/>
          <a:r>
            <a:rPr lang="en-US" sz="1800" b="0" i="0" u="sng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Output</a:t>
          </a:r>
          <a:r>
            <a:rPr lang="en-US" sz="1800" b="1" i="0" u="sng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b="0" i="0" u="sng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Devices</a:t>
          </a:r>
          <a:r>
            <a:rPr lang="en-US" sz="1800" b="1" i="0" u="sng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n-US" sz="1800" b="0" i="0" u="sng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b="0" i="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LCD, Servo Motor, Buzzer, Relay, LEDs.</a:t>
          </a:r>
          <a:endParaRPr lang="en-US" sz="1600" dirty="0">
            <a:solidFill>
              <a:schemeClr val="accent1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3491C6-0030-41D9-94B8-2C38E485B45F}" type="parTrans" cxnId="{07311050-7C27-4791-94D4-208CE8B9B86F}">
      <dgm:prSet/>
      <dgm:spPr/>
      <dgm:t>
        <a:bodyPr/>
        <a:lstStyle/>
        <a:p>
          <a:endParaRPr lang="en-US">
            <a:solidFill>
              <a:schemeClr val="accent1">
                <a:lumMod val="10000"/>
              </a:schemeClr>
            </a:solidFill>
          </a:endParaRPr>
        </a:p>
      </dgm:t>
    </dgm:pt>
    <dgm:pt modelId="{9A087B6E-8010-43FE-BA7E-B8331256A8DE}" type="sibTrans" cxnId="{07311050-7C27-4791-94D4-208CE8B9B86F}">
      <dgm:prSet/>
      <dgm:spPr/>
      <dgm:t>
        <a:bodyPr/>
        <a:lstStyle/>
        <a:p>
          <a:endParaRPr lang="en-US">
            <a:solidFill>
              <a:schemeClr val="accent1">
                <a:lumMod val="10000"/>
              </a:schemeClr>
            </a:solidFill>
          </a:endParaRPr>
        </a:p>
      </dgm:t>
    </dgm:pt>
    <dgm:pt modelId="{95C09600-ECFE-4AA6-B044-8684AB2F8ABC}" type="pres">
      <dgm:prSet presAssocID="{A22233C9-EB43-41AA-9E67-86C68D50169D}" presName="diagram" presStyleCnt="0">
        <dgm:presLayoutVars>
          <dgm:dir/>
          <dgm:resizeHandles val="exact"/>
        </dgm:presLayoutVars>
      </dgm:prSet>
      <dgm:spPr/>
    </dgm:pt>
    <dgm:pt modelId="{EC0C3D5A-78A9-437C-B487-021CEECF340C}" type="pres">
      <dgm:prSet presAssocID="{79B10FF8-E1BD-462E-9D49-8C971168993D}" presName="node" presStyleLbl="node1" presStyleIdx="0" presStyleCnt="3">
        <dgm:presLayoutVars>
          <dgm:bulletEnabled val="1"/>
        </dgm:presLayoutVars>
      </dgm:prSet>
      <dgm:spPr/>
    </dgm:pt>
    <dgm:pt modelId="{ECEE1745-76A0-42E3-8D92-D8C39C257469}" type="pres">
      <dgm:prSet presAssocID="{B23E5698-2BAC-4CE6-8298-7A5DA3465D53}" presName="sibTrans" presStyleCnt="0"/>
      <dgm:spPr/>
    </dgm:pt>
    <dgm:pt modelId="{889D7287-F2A4-4E8F-8109-E2FEF1875C80}" type="pres">
      <dgm:prSet presAssocID="{4086619D-D8B1-4F31-89AE-3A962930EB8F}" presName="node" presStyleLbl="node1" presStyleIdx="1" presStyleCnt="3">
        <dgm:presLayoutVars>
          <dgm:bulletEnabled val="1"/>
        </dgm:presLayoutVars>
      </dgm:prSet>
      <dgm:spPr/>
    </dgm:pt>
    <dgm:pt modelId="{38B574F4-2A0E-4F3E-A713-5EE2EFD74144}" type="pres">
      <dgm:prSet presAssocID="{AB2893E3-FEEF-404C-8878-93BD9C4328B7}" presName="sibTrans" presStyleCnt="0"/>
      <dgm:spPr/>
    </dgm:pt>
    <dgm:pt modelId="{B9FF0C9A-E400-427A-B5F2-7103B714ED0E}" type="pres">
      <dgm:prSet presAssocID="{5DC2D1C8-2A91-4923-A88E-7BEC3B96FFC3}" presName="node" presStyleLbl="node1" presStyleIdx="2" presStyleCnt="3" custScaleX="99545" custScaleY="95533">
        <dgm:presLayoutVars>
          <dgm:bulletEnabled val="1"/>
        </dgm:presLayoutVars>
      </dgm:prSet>
      <dgm:spPr/>
    </dgm:pt>
  </dgm:ptLst>
  <dgm:cxnLst>
    <dgm:cxn modelId="{E9A0F816-DC0A-434F-87A9-D61F78C233AB}" type="presOf" srcId="{79B10FF8-E1BD-462E-9D49-8C971168993D}" destId="{EC0C3D5A-78A9-437C-B487-021CEECF340C}" srcOrd="0" destOrd="0" presId="urn:microsoft.com/office/officeart/2005/8/layout/default"/>
    <dgm:cxn modelId="{1FC4EE62-9E16-46B2-A5A8-03C84EBB198A}" srcId="{A22233C9-EB43-41AA-9E67-86C68D50169D}" destId="{79B10FF8-E1BD-462E-9D49-8C971168993D}" srcOrd="0" destOrd="0" parTransId="{ADF64012-779F-4096-9F31-C05E845BBC99}" sibTransId="{B23E5698-2BAC-4CE6-8298-7A5DA3465D53}"/>
    <dgm:cxn modelId="{07311050-7C27-4791-94D4-208CE8B9B86F}" srcId="{A22233C9-EB43-41AA-9E67-86C68D50169D}" destId="{5DC2D1C8-2A91-4923-A88E-7BEC3B96FFC3}" srcOrd="2" destOrd="0" parTransId="{2E3491C6-0030-41D9-94B8-2C38E485B45F}" sibTransId="{9A087B6E-8010-43FE-BA7E-B8331256A8DE}"/>
    <dgm:cxn modelId="{029FDBC3-6C20-44AA-B798-91E8A9DDF6D1}" srcId="{A22233C9-EB43-41AA-9E67-86C68D50169D}" destId="{4086619D-D8B1-4F31-89AE-3A962930EB8F}" srcOrd="1" destOrd="0" parTransId="{CD9BA114-430F-440C-BA40-6E77357468A6}" sibTransId="{AB2893E3-FEEF-404C-8878-93BD9C4328B7}"/>
    <dgm:cxn modelId="{301F71F0-DF73-41A8-A255-E6E26044CF71}" type="presOf" srcId="{4086619D-D8B1-4F31-89AE-3A962930EB8F}" destId="{889D7287-F2A4-4E8F-8109-E2FEF1875C80}" srcOrd="0" destOrd="0" presId="urn:microsoft.com/office/officeart/2005/8/layout/default"/>
    <dgm:cxn modelId="{15E72BF1-8B4B-4C32-99FE-2D89503F0540}" type="presOf" srcId="{5DC2D1C8-2A91-4923-A88E-7BEC3B96FFC3}" destId="{B9FF0C9A-E400-427A-B5F2-7103B714ED0E}" srcOrd="0" destOrd="0" presId="urn:microsoft.com/office/officeart/2005/8/layout/default"/>
    <dgm:cxn modelId="{5AC412F2-0D64-487E-BBA9-B619EEEF455B}" type="presOf" srcId="{A22233C9-EB43-41AA-9E67-86C68D50169D}" destId="{95C09600-ECFE-4AA6-B044-8684AB2F8ABC}" srcOrd="0" destOrd="0" presId="urn:microsoft.com/office/officeart/2005/8/layout/default"/>
    <dgm:cxn modelId="{CA4FD633-C1B3-4F3C-9272-C1E3724A9709}" type="presParOf" srcId="{95C09600-ECFE-4AA6-B044-8684AB2F8ABC}" destId="{EC0C3D5A-78A9-437C-B487-021CEECF340C}" srcOrd="0" destOrd="0" presId="urn:microsoft.com/office/officeart/2005/8/layout/default"/>
    <dgm:cxn modelId="{1894B6FC-FCE7-4028-9C1A-65F169361963}" type="presParOf" srcId="{95C09600-ECFE-4AA6-B044-8684AB2F8ABC}" destId="{ECEE1745-76A0-42E3-8D92-D8C39C257469}" srcOrd="1" destOrd="0" presId="urn:microsoft.com/office/officeart/2005/8/layout/default"/>
    <dgm:cxn modelId="{128E5979-B2C6-4481-B0ED-557CEF944AAE}" type="presParOf" srcId="{95C09600-ECFE-4AA6-B044-8684AB2F8ABC}" destId="{889D7287-F2A4-4E8F-8109-E2FEF1875C80}" srcOrd="2" destOrd="0" presId="urn:microsoft.com/office/officeart/2005/8/layout/default"/>
    <dgm:cxn modelId="{82241198-7C2F-4621-BD96-B88498E1D594}" type="presParOf" srcId="{95C09600-ECFE-4AA6-B044-8684AB2F8ABC}" destId="{38B574F4-2A0E-4F3E-A713-5EE2EFD74144}" srcOrd="3" destOrd="0" presId="urn:microsoft.com/office/officeart/2005/8/layout/default"/>
    <dgm:cxn modelId="{6278C9C9-A95E-42A0-A0C0-0D37F566300C}" type="presParOf" srcId="{95C09600-ECFE-4AA6-B044-8684AB2F8ABC}" destId="{B9FF0C9A-E400-427A-B5F2-7103B714ED0E}" srcOrd="4" destOrd="0" presId="urn:microsoft.com/office/officeart/2005/8/layout/defaul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5F2C5E-BD24-40BC-A493-761711731FD3}">
      <dsp:nvSpPr>
        <dsp:cNvPr id="0" name=""/>
        <dsp:cNvSpPr/>
      </dsp:nvSpPr>
      <dsp:spPr>
        <a:xfrm>
          <a:off x="7613" y="0"/>
          <a:ext cx="4663433" cy="42454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Slot availability tracking (3 slots)</a:t>
          </a:r>
        </a:p>
      </dsp:txBody>
      <dsp:txXfrm>
        <a:off x="28337" y="20724"/>
        <a:ext cx="4621985" cy="383093"/>
      </dsp:txXfrm>
    </dsp:sp>
    <dsp:sp modelId="{FD498DCB-6C93-44CE-B908-DE4570033F9C}">
      <dsp:nvSpPr>
        <dsp:cNvPr id="0" name=""/>
        <dsp:cNvSpPr/>
      </dsp:nvSpPr>
      <dsp:spPr>
        <a:xfrm>
          <a:off x="7613" y="479751"/>
          <a:ext cx="4663433" cy="42454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ID-based access control</a:t>
          </a:r>
        </a:p>
      </dsp:txBody>
      <dsp:txXfrm>
        <a:off x="28337" y="500475"/>
        <a:ext cx="4621985" cy="383093"/>
      </dsp:txXfrm>
    </dsp:sp>
    <dsp:sp modelId="{BE80EAAE-4149-4D39-AD36-BB9B2B38D91A}">
      <dsp:nvSpPr>
        <dsp:cNvPr id="0" name=""/>
        <dsp:cNvSpPr/>
      </dsp:nvSpPr>
      <dsp:spPr>
        <a:xfrm>
          <a:off x="7613" y="941732"/>
          <a:ext cx="4663433" cy="42454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Automatic gate operation</a:t>
          </a:r>
        </a:p>
      </dsp:txBody>
      <dsp:txXfrm>
        <a:off x="28337" y="962456"/>
        <a:ext cx="4621985" cy="383093"/>
      </dsp:txXfrm>
    </dsp:sp>
    <dsp:sp modelId="{67606A8E-F433-4FAC-8423-06DDBAEC1C8D}">
      <dsp:nvSpPr>
        <dsp:cNvPr id="0" name=""/>
        <dsp:cNvSpPr/>
      </dsp:nvSpPr>
      <dsp:spPr>
        <a:xfrm>
          <a:off x="7613" y="1403714"/>
          <a:ext cx="4663433" cy="42454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Fire/gas detection with confirmation time</a:t>
          </a:r>
        </a:p>
      </dsp:txBody>
      <dsp:txXfrm>
        <a:off x="28337" y="1424438"/>
        <a:ext cx="4621985" cy="383093"/>
      </dsp:txXfrm>
    </dsp:sp>
    <dsp:sp modelId="{52EDC669-F1AB-4BE4-8B56-74801BCF425E}">
      <dsp:nvSpPr>
        <dsp:cNvPr id="0" name=""/>
        <dsp:cNvSpPr/>
      </dsp:nvSpPr>
      <dsp:spPr>
        <a:xfrm>
          <a:off x="7613" y="1865696"/>
          <a:ext cx="4663433" cy="42454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Emergency siren and relay activation</a:t>
          </a:r>
        </a:p>
      </dsp:txBody>
      <dsp:txXfrm>
        <a:off x="28337" y="1886420"/>
        <a:ext cx="4621985" cy="383093"/>
      </dsp:txXfrm>
    </dsp:sp>
    <dsp:sp modelId="{D93A96D3-1493-4CAE-8301-58861C365E26}">
      <dsp:nvSpPr>
        <dsp:cNvPr id="0" name=""/>
        <dsp:cNvSpPr/>
      </dsp:nvSpPr>
      <dsp:spPr>
        <a:xfrm>
          <a:off x="7613" y="2327677"/>
          <a:ext cx="4663433" cy="42454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LCD real-time status display</a:t>
          </a:r>
        </a:p>
      </dsp:txBody>
      <dsp:txXfrm>
        <a:off x="28337" y="2348401"/>
        <a:ext cx="4621985" cy="3830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0C3D5A-78A9-437C-B487-021CEECF340C}">
      <dsp:nvSpPr>
        <dsp:cNvPr id="0" name=""/>
        <dsp:cNvSpPr/>
      </dsp:nvSpPr>
      <dsp:spPr>
        <a:xfrm>
          <a:off x="1010165" y="189559"/>
          <a:ext cx="1843009" cy="11058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sng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Input</a:t>
          </a:r>
          <a:r>
            <a:rPr lang="en-US" sz="1800" b="1" i="0" u="sng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b="0" i="0" u="sng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Devices</a:t>
          </a:r>
          <a:r>
            <a:rPr lang="en-US" sz="1800" b="1" i="0" u="sng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n-US" sz="1800" b="0" i="0" u="sng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b="0" i="0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Keypad, IR Sensor, MQ-2 Gas Sensor.</a:t>
          </a:r>
          <a:endParaRPr lang="en-US" sz="1600" kern="1200" dirty="0">
            <a:solidFill>
              <a:schemeClr val="accent1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10165" y="189559"/>
        <a:ext cx="1843009" cy="1105805"/>
      </dsp:txXfrm>
    </dsp:sp>
    <dsp:sp modelId="{889D7287-F2A4-4E8F-8109-E2FEF1875C80}">
      <dsp:nvSpPr>
        <dsp:cNvPr id="0" name=""/>
        <dsp:cNvSpPr/>
      </dsp:nvSpPr>
      <dsp:spPr>
        <a:xfrm>
          <a:off x="703" y="1479666"/>
          <a:ext cx="1843009" cy="11058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sng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Controller</a:t>
          </a:r>
          <a:r>
            <a:rPr lang="en-US" sz="1800" b="1" i="0" u="sng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n-US" sz="1800" b="0" i="0" u="sng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b="0" i="0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Arduino Mega processes all inputs.</a:t>
          </a:r>
          <a:endParaRPr lang="en-US" sz="1600" kern="1200" dirty="0">
            <a:solidFill>
              <a:schemeClr val="accent1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03" y="1479666"/>
        <a:ext cx="1843009" cy="1105805"/>
      </dsp:txXfrm>
    </dsp:sp>
    <dsp:sp modelId="{B9FF0C9A-E400-427A-B5F2-7103B714ED0E}">
      <dsp:nvSpPr>
        <dsp:cNvPr id="0" name=""/>
        <dsp:cNvSpPr/>
      </dsp:nvSpPr>
      <dsp:spPr>
        <a:xfrm>
          <a:off x="2028013" y="1504364"/>
          <a:ext cx="1834623" cy="1056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sng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Output</a:t>
          </a:r>
          <a:r>
            <a:rPr lang="en-US" sz="1800" b="1" i="0" u="sng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800" b="0" i="0" u="sng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Devices</a:t>
          </a:r>
          <a:r>
            <a:rPr lang="en-US" sz="1800" b="1" i="0" u="sng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n-US" sz="1800" b="0" i="0" u="sng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600" b="0" i="0" kern="1200" baseline="0" dirty="0">
              <a:solidFill>
                <a:schemeClr val="accent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LCD, Servo Motor, Buzzer, Relay, LEDs.</a:t>
          </a:r>
          <a:endParaRPr lang="en-US" sz="1600" kern="1200" dirty="0">
            <a:solidFill>
              <a:schemeClr val="accent1">
                <a:lumMod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28013" y="1504364"/>
        <a:ext cx="1834623" cy="10564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880bcb85c6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880bcb85c6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179c31db71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179c31db71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2880bcb85c6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880bcb85c6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2880bcb85c6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2880bcb85c6_0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8a0eaa150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8a0eaa150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28a0eaa150d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28a0eaa150d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28a0eaa150d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28a0eaa150d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28a0eaa150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28a0eaa150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8a0eaa150d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8a0eaa150d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28a0eaa150d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28a0eaa150d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295550" y="2437150"/>
            <a:ext cx="631500" cy="721150"/>
            <a:chOff x="6533825" y="4313425"/>
            <a:chExt cx="631500" cy="721150"/>
          </a:xfrm>
        </p:grpSpPr>
        <p:sp>
          <p:nvSpPr>
            <p:cNvPr id="10" name="Google Shape;10;p2"/>
            <p:cNvSpPr/>
            <p:nvPr/>
          </p:nvSpPr>
          <p:spPr>
            <a:xfrm>
              <a:off x="6965450" y="49783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965450" y="4811900"/>
              <a:ext cx="56250" cy="56275"/>
            </a:xfrm>
            <a:custGeom>
              <a:avLst/>
              <a:gdLst/>
              <a:ahLst/>
              <a:cxnLst/>
              <a:rect l="l" t="t" r="r" b="b"/>
              <a:pathLst>
                <a:path w="2250" h="2251" extrusionOk="0">
                  <a:moveTo>
                    <a:pt x="1125" y="1"/>
                  </a:moveTo>
                  <a:cubicBezTo>
                    <a:pt x="517" y="1"/>
                    <a:pt x="0" y="518"/>
                    <a:pt x="0" y="1126"/>
                  </a:cubicBezTo>
                  <a:cubicBezTo>
                    <a:pt x="0" y="1764"/>
                    <a:pt x="517" y="2250"/>
                    <a:pt x="1125" y="2250"/>
                  </a:cubicBezTo>
                  <a:cubicBezTo>
                    <a:pt x="1733" y="2250"/>
                    <a:pt x="2249" y="1764"/>
                    <a:pt x="2249" y="1126"/>
                  </a:cubicBezTo>
                  <a:cubicBezTo>
                    <a:pt x="224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965450" y="46462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965450" y="44798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965450" y="43134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21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821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821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21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821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09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109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109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109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109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677450" y="49783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677450" y="4811900"/>
              <a:ext cx="56250" cy="56275"/>
            </a:xfrm>
            <a:custGeom>
              <a:avLst/>
              <a:gdLst/>
              <a:ahLst/>
              <a:cxnLst/>
              <a:rect l="l" t="t" r="r" b="b"/>
              <a:pathLst>
                <a:path w="2250" h="2251" extrusionOk="0">
                  <a:moveTo>
                    <a:pt x="1125" y="1"/>
                  </a:moveTo>
                  <a:cubicBezTo>
                    <a:pt x="517" y="1"/>
                    <a:pt x="0" y="518"/>
                    <a:pt x="0" y="1126"/>
                  </a:cubicBezTo>
                  <a:cubicBezTo>
                    <a:pt x="0" y="1764"/>
                    <a:pt x="517" y="2250"/>
                    <a:pt x="1125" y="2250"/>
                  </a:cubicBezTo>
                  <a:cubicBezTo>
                    <a:pt x="1733" y="2250"/>
                    <a:pt x="2249" y="1764"/>
                    <a:pt x="2249" y="1126"/>
                  </a:cubicBezTo>
                  <a:cubicBezTo>
                    <a:pt x="224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677450" y="46462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677450" y="44798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677450" y="43134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533825" y="4978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533825" y="4811900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533825" y="46462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533825" y="44798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533825" y="43134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7271250" y="3754850"/>
            <a:ext cx="3382300" cy="1993950"/>
            <a:chOff x="1317925" y="2802775"/>
            <a:chExt cx="3382300" cy="1993950"/>
          </a:xfrm>
        </p:grpSpPr>
        <p:sp>
          <p:nvSpPr>
            <p:cNvPr id="36" name="Google Shape;36;p2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 flipH="1">
            <a:off x="2244842" y="4599425"/>
            <a:ext cx="4489475" cy="193775"/>
            <a:chOff x="1784500" y="1867350"/>
            <a:chExt cx="4489475" cy="193775"/>
          </a:xfrm>
        </p:grpSpPr>
        <p:sp>
          <p:nvSpPr>
            <p:cNvPr id="49" name="Google Shape;49;p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2328517" y="345725"/>
            <a:ext cx="4489475" cy="193775"/>
            <a:chOff x="1784500" y="1867350"/>
            <a:chExt cx="4489475" cy="193775"/>
          </a:xfrm>
        </p:grpSpPr>
        <p:sp>
          <p:nvSpPr>
            <p:cNvPr id="53" name="Google Shape;53;p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" name="Google Shape;56;p2"/>
          <p:cNvSpPr txBox="1">
            <a:spLocks noGrp="1"/>
          </p:cNvSpPr>
          <p:nvPr>
            <p:ph type="ctrTitle"/>
          </p:nvPr>
        </p:nvSpPr>
        <p:spPr>
          <a:xfrm>
            <a:off x="1986225" y="1251900"/>
            <a:ext cx="5174100" cy="21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" name="Google Shape;57;p2"/>
          <p:cNvSpPr txBox="1">
            <a:spLocks noGrp="1"/>
          </p:cNvSpPr>
          <p:nvPr>
            <p:ph type="subTitle" idx="1"/>
          </p:nvPr>
        </p:nvSpPr>
        <p:spPr>
          <a:xfrm>
            <a:off x="1986214" y="3423425"/>
            <a:ext cx="51741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5"/>
          <p:cNvGrpSpPr/>
          <p:nvPr/>
        </p:nvGrpSpPr>
        <p:grpSpPr>
          <a:xfrm flipH="1">
            <a:off x="7919517" y="3983460"/>
            <a:ext cx="1895833" cy="1895866"/>
            <a:chOff x="3835450" y="-252000"/>
            <a:chExt cx="1445325" cy="1445350"/>
          </a:xfrm>
        </p:grpSpPr>
        <p:sp>
          <p:nvSpPr>
            <p:cNvPr id="142" name="Google Shape;142;p5"/>
            <p:cNvSpPr/>
            <p:nvPr/>
          </p:nvSpPr>
          <p:spPr>
            <a:xfrm>
              <a:off x="3835450" y="-252000"/>
              <a:ext cx="1445325" cy="1445350"/>
            </a:xfrm>
            <a:custGeom>
              <a:avLst/>
              <a:gdLst/>
              <a:ahLst/>
              <a:cxnLst/>
              <a:rect l="l" t="t" r="r" b="b"/>
              <a:pathLst>
                <a:path w="57813" h="57814" fill="none" extrusionOk="0">
                  <a:moveTo>
                    <a:pt x="43375" y="14439"/>
                  </a:moveTo>
                  <a:lnTo>
                    <a:pt x="28907" y="1"/>
                  </a:lnTo>
                  <a:lnTo>
                    <a:pt x="14438" y="14439"/>
                  </a:lnTo>
                  <a:lnTo>
                    <a:pt x="0" y="28907"/>
                  </a:lnTo>
                  <a:lnTo>
                    <a:pt x="14438" y="43375"/>
                  </a:lnTo>
                  <a:lnTo>
                    <a:pt x="28907" y="57813"/>
                  </a:lnTo>
                  <a:lnTo>
                    <a:pt x="43375" y="43375"/>
                  </a:lnTo>
                  <a:lnTo>
                    <a:pt x="57813" y="2890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3972225" y="-115200"/>
              <a:ext cx="1171775" cy="1171750"/>
            </a:xfrm>
            <a:custGeom>
              <a:avLst/>
              <a:gdLst/>
              <a:ahLst/>
              <a:cxnLst/>
              <a:rect l="l" t="t" r="r" b="b"/>
              <a:pathLst>
                <a:path w="46871" h="46870" fill="none" extrusionOk="0">
                  <a:moveTo>
                    <a:pt x="46871" y="23435"/>
                  </a:moveTo>
                  <a:lnTo>
                    <a:pt x="35138" y="11733"/>
                  </a:lnTo>
                  <a:lnTo>
                    <a:pt x="23436" y="0"/>
                  </a:lnTo>
                  <a:lnTo>
                    <a:pt x="11733" y="11733"/>
                  </a:lnTo>
                  <a:lnTo>
                    <a:pt x="0" y="23435"/>
                  </a:lnTo>
                  <a:lnTo>
                    <a:pt x="11733" y="35137"/>
                  </a:lnTo>
                  <a:lnTo>
                    <a:pt x="23436" y="46870"/>
                  </a:lnTo>
                  <a:lnTo>
                    <a:pt x="35138" y="3513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4109775" y="22325"/>
              <a:ext cx="896700" cy="896700"/>
            </a:xfrm>
            <a:custGeom>
              <a:avLst/>
              <a:gdLst/>
              <a:ahLst/>
              <a:cxnLst/>
              <a:rect l="l" t="t" r="r" b="b"/>
              <a:pathLst>
                <a:path w="35868" h="35868" fill="none" extrusionOk="0">
                  <a:moveTo>
                    <a:pt x="35867" y="17934"/>
                  </a:moveTo>
                  <a:lnTo>
                    <a:pt x="26900" y="8967"/>
                  </a:lnTo>
                  <a:lnTo>
                    <a:pt x="17934" y="1"/>
                  </a:lnTo>
                  <a:lnTo>
                    <a:pt x="8967" y="8967"/>
                  </a:lnTo>
                  <a:lnTo>
                    <a:pt x="0" y="17934"/>
                  </a:lnTo>
                  <a:lnTo>
                    <a:pt x="8967" y="26901"/>
                  </a:lnTo>
                  <a:lnTo>
                    <a:pt x="17934" y="35867"/>
                  </a:lnTo>
                  <a:lnTo>
                    <a:pt x="26900" y="2690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4247300" y="159875"/>
              <a:ext cx="621625" cy="621600"/>
            </a:xfrm>
            <a:custGeom>
              <a:avLst/>
              <a:gdLst/>
              <a:ahLst/>
              <a:cxnLst/>
              <a:rect l="l" t="t" r="r" b="b"/>
              <a:pathLst>
                <a:path w="24865" h="24864" fill="none" extrusionOk="0">
                  <a:moveTo>
                    <a:pt x="24864" y="12432"/>
                  </a:moveTo>
                  <a:lnTo>
                    <a:pt x="18664" y="6201"/>
                  </a:lnTo>
                  <a:lnTo>
                    <a:pt x="12433" y="0"/>
                  </a:lnTo>
                  <a:lnTo>
                    <a:pt x="6201" y="6201"/>
                  </a:lnTo>
                  <a:lnTo>
                    <a:pt x="1" y="12432"/>
                  </a:lnTo>
                  <a:lnTo>
                    <a:pt x="6201" y="18663"/>
                  </a:lnTo>
                  <a:lnTo>
                    <a:pt x="12433" y="24864"/>
                  </a:lnTo>
                  <a:lnTo>
                    <a:pt x="18664" y="18663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4384075" y="296650"/>
              <a:ext cx="348075" cy="348050"/>
            </a:xfrm>
            <a:custGeom>
              <a:avLst/>
              <a:gdLst/>
              <a:ahLst/>
              <a:cxnLst/>
              <a:rect l="l" t="t" r="r" b="b"/>
              <a:pathLst>
                <a:path w="13923" h="13922" fill="none" extrusionOk="0">
                  <a:moveTo>
                    <a:pt x="10427" y="3496"/>
                  </a:moveTo>
                  <a:lnTo>
                    <a:pt x="6962" y="0"/>
                  </a:lnTo>
                  <a:lnTo>
                    <a:pt x="3496" y="3496"/>
                  </a:lnTo>
                  <a:lnTo>
                    <a:pt x="1" y="6961"/>
                  </a:lnTo>
                  <a:lnTo>
                    <a:pt x="3496" y="10426"/>
                  </a:lnTo>
                  <a:lnTo>
                    <a:pt x="6962" y="13922"/>
                  </a:lnTo>
                  <a:lnTo>
                    <a:pt x="10427" y="10426"/>
                  </a:lnTo>
                  <a:lnTo>
                    <a:pt x="13922" y="696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5"/>
          <p:cNvGrpSpPr/>
          <p:nvPr/>
        </p:nvGrpSpPr>
        <p:grpSpPr>
          <a:xfrm flipH="1">
            <a:off x="-1513236" y="3983450"/>
            <a:ext cx="3382300" cy="1993950"/>
            <a:chOff x="1317925" y="2802775"/>
            <a:chExt cx="3382300" cy="1993950"/>
          </a:xfrm>
        </p:grpSpPr>
        <p:sp>
          <p:nvSpPr>
            <p:cNvPr id="148" name="Google Shape;148;p5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5"/>
          <p:cNvGrpSpPr/>
          <p:nvPr/>
        </p:nvGrpSpPr>
        <p:grpSpPr>
          <a:xfrm>
            <a:off x="-1021739" y="0"/>
            <a:ext cx="1734954" cy="1734954"/>
            <a:chOff x="6340050" y="754850"/>
            <a:chExt cx="1595800" cy="1595800"/>
          </a:xfrm>
        </p:grpSpPr>
        <p:sp>
          <p:nvSpPr>
            <p:cNvPr id="161" name="Google Shape;161;p5"/>
            <p:cNvSpPr/>
            <p:nvPr/>
          </p:nvSpPr>
          <p:spPr>
            <a:xfrm>
              <a:off x="6517100" y="931925"/>
              <a:ext cx="1240925" cy="1241675"/>
            </a:xfrm>
            <a:custGeom>
              <a:avLst/>
              <a:gdLst/>
              <a:ahLst/>
              <a:cxnLst/>
              <a:rect l="l" t="t" r="r" b="b"/>
              <a:pathLst>
                <a:path w="49637" h="49667" extrusionOk="0">
                  <a:moveTo>
                    <a:pt x="24834" y="16870"/>
                  </a:moveTo>
                  <a:cubicBezTo>
                    <a:pt x="29211" y="16870"/>
                    <a:pt x="32798" y="20426"/>
                    <a:pt x="32798" y="24833"/>
                  </a:cubicBezTo>
                  <a:cubicBezTo>
                    <a:pt x="32798" y="29241"/>
                    <a:pt x="29211" y="32797"/>
                    <a:pt x="24834" y="32797"/>
                  </a:cubicBezTo>
                  <a:cubicBezTo>
                    <a:pt x="20427" y="32797"/>
                    <a:pt x="16840" y="29241"/>
                    <a:pt x="16840" y="24833"/>
                  </a:cubicBezTo>
                  <a:cubicBezTo>
                    <a:pt x="16840" y="20426"/>
                    <a:pt x="20427" y="16870"/>
                    <a:pt x="24834" y="16870"/>
                  </a:cubicBezTo>
                  <a:close/>
                  <a:moveTo>
                    <a:pt x="24834" y="0"/>
                  </a:moveTo>
                  <a:cubicBezTo>
                    <a:pt x="11095" y="0"/>
                    <a:pt x="1" y="11125"/>
                    <a:pt x="1" y="24833"/>
                  </a:cubicBezTo>
                  <a:cubicBezTo>
                    <a:pt x="1" y="38542"/>
                    <a:pt x="11126" y="49666"/>
                    <a:pt x="24834" y="49666"/>
                  </a:cubicBezTo>
                  <a:cubicBezTo>
                    <a:pt x="38542" y="49666"/>
                    <a:pt x="49637" y="38542"/>
                    <a:pt x="49637" y="24833"/>
                  </a:cubicBezTo>
                  <a:cubicBezTo>
                    <a:pt x="49637" y="11125"/>
                    <a:pt x="38542" y="0"/>
                    <a:pt x="24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6340050" y="754850"/>
              <a:ext cx="1595800" cy="1595800"/>
            </a:xfrm>
            <a:custGeom>
              <a:avLst/>
              <a:gdLst/>
              <a:ahLst/>
              <a:cxnLst/>
              <a:rect l="l" t="t" r="r" b="b"/>
              <a:pathLst>
                <a:path w="63832" h="63832" fill="none" extrusionOk="0">
                  <a:moveTo>
                    <a:pt x="31916" y="1"/>
                  </a:moveTo>
                  <a:cubicBezTo>
                    <a:pt x="14286" y="1"/>
                    <a:pt x="0" y="14287"/>
                    <a:pt x="0" y="31916"/>
                  </a:cubicBezTo>
                  <a:cubicBezTo>
                    <a:pt x="0" y="49546"/>
                    <a:pt x="14286" y="63832"/>
                    <a:pt x="31916" y="63832"/>
                  </a:cubicBezTo>
                  <a:cubicBezTo>
                    <a:pt x="49515" y="63832"/>
                    <a:pt x="63831" y="49546"/>
                    <a:pt x="63831" y="31916"/>
                  </a:cubicBezTo>
                  <a:cubicBezTo>
                    <a:pt x="63831" y="14287"/>
                    <a:pt x="49515" y="1"/>
                    <a:pt x="31916" y="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6781550" y="1196350"/>
              <a:ext cx="712050" cy="712050"/>
            </a:xfrm>
            <a:custGeom>
              <a:avLst/>
              <a:gdLst/>
              <a:ahLst/>
              <a:cxnLst/>
              <a:rect l="l" t="t" r="r" b="b"/>
              <a:pathLst>
                <a:path w="28482" h="28482" extrusionOk="0">
                  <a:moveTo>
                    <a:pt x="14256" y="9667"/>
                  </a:moveTo>
                  <a:cubicBezTo>
                    <a:pt x="16779" y="9667"/>
                    <a:pt x="18815" y="11733"/>
                    <a:pt x="18815" y="14256"/>
                  </a:cubicBezTo>
                  <a:cubicBezTo>
                    <a:pt x="18815" y="16779"/>
                    <a:pt x="16779" y="18816"/>
                    <a:pt x="14256" y="18816"/>
                  </a:cubicBezTo>
                  <a:cubicBezTo>
                    <a:pt x="11703" y="18816"/>
                    <a:pt x="9666" y="16779"/>
                    <a:pt x="9666" y="14256"/>
                  </a:cubicBezTo>
                  <a:cubicBezTo>
                    <a:pt x="9666" y="11733"/>
                    <a:pt x="11703" y="9667"/>
                    <a:pt x="14256" y="9667"/>
                  </a:cubicBezTo>
                  <a:close/>
                  <a:moveTo>
                    <a:pt x="14256" y="1"/>
                  </a:moveTo>
                  <a:cubicBezTo>
                    <a:pt x="6384" y="1"/>
                    <a:pt x="0" y="6384"/>
                    <a:pt x="0" y="14256"/>
                  </a:cubicBezTo>
                  <a:cubicBezTo>
                    <a:pt x="0" y="22129"/>
                    <a:pt x="6384" y="28481"/>
                    <a:pt x="14256" y="28481"/>
                  </a:cubicBezTo>
                  <a:cubicBezTo>
                    <a:pt x="22098" y="28481"/>
                    <a:pt x="28481" y="22129"/>
                    <a:pt x="28481" y="14256"/>
                  </a:cubicBezTo>
                  <a:cubicBezTo>
                    <a:pt x="28481" y="6384"/>
                    <a:pt x="22098" y="1"/>
                    <a:pt x="1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5"/>
          <p:cNvGrpSpPr/>
          <p:nvPr/>
        </p:nvGrpSpPr>
        <p:grpSpPr>
          <a:xfrm flipH="1">
            <a:off x="7855963" y="-320208"/>
            <a:ext cx="1604419" cy="1604360"/>
            <a:chOff x="-74975" y="157600"/>
            <a:chExt cx="1604419" cy="1604360"/>
          </a:xfrm>
        </p:grpSpPr>
        <p:sp>
          <p:nvSpPr>
            <p:cNvPr id="165" name="Google Shape;165;p5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" name="Google Shape;174;p5"/>
          <p:cNvSpPr txBox="1">
            <a:spLocks noGrp="1"/>
          </p:cNvSpPr>
          <p:nvPr>
            <p:ph type="subTitle" idx="1"/>
          </p:nvPr>
        </p:nvSpPr>
        <p:spPr>
          <a:xfrm>
            <a:off x="1140900" y="1990825"/>
            <a:ext cx="3256800" cy="19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subTitle" idx="2"/>
          </p:nvPr>
        </p:nvSpPr>
        <p:spPr>
          <a:xfrm>
            <a:off x="4746300" y="1990825"/>
            <a:ext cx="3256800" cy="19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6"/>
          <p:cNvGrpSpPr/>
          <p:nvPr/>
        </p:nvGrpSpPr>
        <p:grpSpPr>
          <a:xfrm>
            <a:off x="8295561" y="0"/>
            <a:ext cx="1734954" cy="1734954"/>
            <a:chOff x="6340050" y="754850"/>
            <a:chExt cx="1595800" cy="1595800"/>
          </a:xfrm>
        </p:grpSpPr>
        <p:sp>
          <p:nvSpPr>
            <p:cNvPr id="179" name="Google Shape;179;p6"/>
            <p:cNvSpPr/>
            <p:nvPr/>
          </p:nvSpPr>
          <p:spPr>
            <a:xfrm>
              <a:off x="6517100" y="931925"/>
              <a:ext cx="1240925" cy="1241675"/>
            </a:xfrm>
            <a:custGeom>
              <a:avLst/>
              <a:gdLst/>
              <a:ahLst/>
              <a:cxnLst/>
              <a:rect l="l" t="t" r="r" b="b"/>
              <a:pathLst>
                <a:path w="49637" h="49667" extrusionOk="0">
                  <a:moveTo>
                    <a:pt x="24834" y="16870"/>
                  </a:moveTo>
                  <a:cubicBezTo>
                    <a:pt x="29211" y="16870"/>
                    <a:pt x="32798" y="20426"/>
                    <a:pt x="32798" y="24833"/>
                  </a:cubicBezTo>
                  <a:cubicBezTo>
                    <a:pt x="32798" y="29241"/>
                    <a:pt x="29211" y="32797"/>
                    <a:pt x="24834" y="32797"/>
                  </a:cubicBezTo>
                  <a:cubicBezTo>
                    <a:pt x="20427" y="32797"/>
                    <a:pt x="16840" y="29241"/>
                    <a:pt x="16840" y="24833"/>
                  </a:cubicBezTo>
                  <a:cubicBezTo>
                    <a:pt x="16840" y="20426"/>
                    <a:pt x="20427" y="16870"/>
                    <a:pt x="24834" y="16870"/>
                  </a:cubicBezTo>
                  <a:close/>
                  <a:moveTo>
                    <a:pt x="24834" y="0"/>
                  </a:moveTo>
                  <a:cubicBezTo>
                    <a:pt x="11095" y="0"/>
                    <a:pt x="1" y="11125"/>
                    <a:pt x="1" y="24833"/>
                  </a:cubicBezTo>
                  <a:cubicBezTo>
                    <a:pt x="1" y="38542"/>
                    <a:pt x="11126" y="49666"/>
                    <a:pt x="24834" y="49666"/>
                  </a:cubicBezTo>
                  <a:cubicBezTo>
                    <a:pt x="38542" y="49666"/>
                    <a:pt x="49637" y="38542"/>
                    <a:pt x="49637" y="24833"/>
                  </a:cubicBezTo>
                  <a:cubicBezTo>
                    <a:pt x="49637" y="11125"/>
                    <a:pt x="38542" y="0"/>
                    <a:pt x="24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6340050" y="754850"/>
              <a:ext cx="1595800" cy="1595800"/>
            </a:xfrm>
            <a:custGeom>
              <a:avLst/>
              <a:gdLst/>
              <a:ahLst/>
              <a:cxnLst/>
              <a:rect l="l" t="t" r="r" b="b"/>
              <a:pathLst>
                <a:path w="63832" h="63832" fill="none" extrusionOk="0">
                  <a:moveTo>
                    <a:pt x="31916" y="1"/>
                  </a:moveTo>
                  <a:cubicBezTo>
                    <a:pt x="14286" y="1"/>
                    <a:pt x="0" y="14287"/>
                    <a:pt x="0" y="31916"/>
                  </a:cubicBezTo>
                  <a:cubicBezTo>
                    <a:pt x="0" y="49546"/>
                    <a:pt x="14286" y="63832"/>
                    <a:pt x="31916" y="63832"/>
                  </a:cubicBezTo>
                  <a:cubicBezTo>
                    <a:pt x="49515" y="63832"/>
                    <a:pt x="63831" y="49546"/>
                    <a:pt x="63831" y="31916"/>
                  </a:cubicBezTo>
                  <a:cubicBezTo>
                    <a:pt x="63831" y="14287"/>
                    <a:pt x="49515" y="1"/>
                    <a:pt x="31916" y="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6781550" y="1196350"/>
              <a:ext cx="712050" cy="712050"/>
            </a:xfrm>
            <a:custGeom>
              <a:avLst/>
              <a:gdLst/>
              <a:ahLst/>
              <a:cxnLst/>
              <a:rect l="l" t="t" r="r" b="b"/>
              <a:pathLst>
                <a:path w="28482" h="28482" extrusionOk="0">
                  <a:moveTo>
                    <a:pt x="14256" y="9667"/>
                  </a:moveTo>
                  <a:cubicBezTo>
                    <a:pt x="16779" y="9667"/>
                    <a:pt x="18815" y="11733"/>
                    <a:pt x="18815" y="14256"/>
                  </a:cubicBezTo>
                  <a:cubicBezTo>
                    <a:pt x="18815" y="16779"/>
                    <a:pt x="16779" y="18816"/>
                    <a:pt x="14256" y="18816"/>
                  </a:cubicBezTo>
                  <a:cubicBezTo>
                    <a:pt x="11703" y="18816"/>
                    <a:pt x="9666" y="16779"/>
                    <a:pt x="9666" y="14256"/>
                  </a:cubicBezTo>
                  <a:cubicBezTo>
                    <a:pt x="9666" y="11733"/>
                    <a:pt x="11703" y="9667"/>
                    <a:pt x="14256" y="9667"/>
                  </a:cubicBezTo>
                  <a:close/>
                  <a:moveTo>
                    <a:pt x="14256" y="1"/>
                  </a:moveTo>
                  <a:cubicBezTo>
                    <a:pt x="6384" y="1"/>
                    <a:pt x="0" y="6384"/>
                    <a:pt x="0" y="14256"/>
                  </a:cubicBezTo>
                  <a:cubicBezTo>
                    <a:pt x="0" y="22129"/>
                    <a:pt x="6384" y="28481"/>
                    <a:pt x="14256" y="28481"/>
                  </a:cubicBezTo>
                  <a:cubicBezTo>
                    <a:pt x="22098" y="28481"/>
                    <a:pt x="28481" y="22129"/>
                    <a:pt x="28481" y="14256"/>
                  </a:cubicBezTo>
                  <a:cubicBezTo>
                    <a:pt x="28481" y="6384"/>
                    <a:pt x="22098" y="1"/>
                    <a:pt x="1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" name="Google Shape;182;p6"/>
          <p:cNvGrpSpPr/>
          <p:nvPr/>
        </p:nvGrpSpPr>
        <p:grpSpPr>
          <a:xfrm rot="5400000">
            <a:off x="-330326" y="711337"/>
            <a:ext cx="1351125" cy="232319"/>
            <a:chOff x="5486725" y="543869"/>
            <a:chExt cx="1351125" cy="232319"/>
          </a:xfrm>
        </p:grpSpPr>
        <p:sp>
          <p:nvSpPr>
            <p:cNvPr id="183" name="Google Shape;183;p6"/>
            <p:cNvSpPr/>
            <p:nvPr/>
          </p:nvSpPr>
          <p:spPr>
            <a:xfrm>
              <a:off x="6637975" y="7112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5918350" y="71993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5918350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6637975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6494350" y="7112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5774725" y="71993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5774725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6494350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6782350" y="7112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6062725" y="71993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6062725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6782350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6349975" y="7112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5630350" y="71993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5630350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6349975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6206350" y="7112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5486725" y="71993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5486725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6206350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6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 txBox="1">
            <a:spLocks noGrp="1"/>
          </p:cNvSpPr>
          <p:nvPr>
            <p:ph type="title"/>
          </p:nvPr>
        </p:nvSpPr>
        <p:spPr>
          <a:xfrm>
            <a:off x="1785600" y="1436400"/>
            <a:ext cx="5572800" cy="22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224" name="Google Shape;224;p8"/>
          <p:cNvGrpSpPr/>
          <p:nvPr/>
        </p:nvGrpSpPr>
        <p:grpSpPr>
          <a:xfrm>
            <a:off x="2327254" y="345725"/>
            <a:ext cx="4489475" cy="193775"/>
            <a:chOff x="1784500" y="1867350"/>
            <a:chExt cx="4489475" cy="193775"/>
          </a:xfrm>
        </p:grpSpPr>
        <p:sp>
          <p:nvSpPr>
            <p:cNvPr id="225" name="Google Shape;225;p8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" name="Google Shape;228;p8"/>
          <p:cNvGrpSpPr/>
          <p:nvPr/>
        </p:nvGrpSpPr>
        <p:grpSpPr>
          <a:xfrm>
            <a:off x="-1796498" y="2571754"/>
            <a:ext cx="2791286" cy="2599651"/>
            <a:chOff x="-1466486" y="2736279"/>
            <a:chExt cx="2791286" cy="2599651"/>
          </a:xfrm>
        </p:grpSpPr>
        <p:sp>
          <p:nvSpPr>
            <p:cNvPr id="229" name="Google Shape;229;p8"/>
            <p:cNvSpPr/>
            <p:nvPr/>
          </p:nvSpPr>
          <p:spPr>
            <a:xfrm>
              <a:off x="-1466486" y="2736279"/>
              <a:ext cx="2599651" cy="2599651"/>
            </a:xfrm>
            <a:custGeom>
              <a:avLst/>
              <a:gdLst/>
              <a:ahLst/>
              <a:cxnLst/>
              <a:rect l="l" t="t" r="r" b="b"/>
              <a:pathLst>
                <a:path w="62282" h="62282" extrusionOk="0">
                  <a:moveTo>
                    <a:pt x="31126" y="5259"/>
                  </a:moveTo>
                  <a:cubicBezTo>
                    <a:pt x="45412" y="5259"/>
                    <a:pt x="57023" y="16840"/>
                    <a:pt x="57023" y="31126"/>
                  </a:cubicBezTo>
                  <a:cubicBezTo>
                    <a:pt x="57023" y="45442"/>
                    <a:pt x="45412" y="57023"/>
                    <a:pt x="31126" y="57023"/>
                  </a:cubicBezTo>
                  <a:cubicBezTo>
                    <a:pt x="16840" y="57023"/>
                    <a:pt x="5259" y="45442"/>
                    <a:pt x="5259" y="31126"/>
                  </a:cubicBezTo>
                  <a:cubicBezTo>
                    <a:pt x="5259" y="16840"/>
                    <a:pt x="16840" y="5259"/>
                    <a:pt x="31126" y="5259"/>
                  </a:cubicBezTo>
                  <a:close/>
                  <a:moveTo>
                    <a:pt x="31126" y="1"/>
                  </a:moveTo>
                  <a:cubicBezTo>
                    <a:pt x="13922" y="1"/>
                    <a:pt x="1" y="13952"/>
                    <a:pt x="1" y="31126"/>
                  </a:cubicBezTo>
                  <a:cubicBezTo>
                    <a:pt x="1" y="48330"/>
                    <a:pt x="13922" y="62281"/>
                    <a:pt x="31126" y="62281"/>
                  </a:cubicBezTo>
                  <a:cubicBezTo>
                    <a:pt x="48330" y="62281"/>
                    <a:pt x="62281" y="48330"/>
                    <a:pt x="62281" y="31126"/>
                  </a:cubicBezTo>
                  <a:cubicBezTo>
                    <a:pt x="62281" y="13952"/>
                    <a:pt x="48330" y="1"/>
                    <a:pt x="31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0" name="Google Shape;230;p8"/>
            <p:cNvGrpSpPr/>
            <p:nvPr/>
          </p:nvGrpSpPr>
          <p:grpSpPr>
            <a:xfrm>
              <a:off x="713226" y="3730956"/>
              <a:ext cx="611574" cy="610281"/>
              <a:chOff x="4496550" y="2819475"/>
              <a:chExt cx="366300" cy="365525"/>
            </a:xfrm>
          </p:grpSpPr>
          <p:sp>
            <p:nvSpPr>
              <p:cNvPr id="231" name="Google Shape;231;p8"/>
              <p:cNvSpPr/>
              <p:nvPr/>
            </p:nvSpPr>
            <p:spPr>
              <a:xfrm>
                <a:off x="4596100" y="2919025"/>
                <a:ext cx="167200" cy="166450"/>
              </a:xfrm>
              <a:custGeom>
                <a:avLst/>
                <a:gdLst/>
                <a:ahLst/>
                <a:cxnLst/>
                <a:rect l="l" t="t" r="r" b="b"/>
                <a:pathLst>
                  <a:path w="6688" h="6658" extrusionOk="0">
                    <a:moveTo>
                      <a:pt x="3344" y="1"/>
                    </a:moveTo>
                    <a:cubicBezTo>
                      <a:pt x="1520" y="1"/>
                      <a:pt x="0" y="1490"/>
                      <a:pt x="0" y="3314"/>
                    </a:cubicBezTo>
                    <a:cubicBezTo>
                      <a:pt x="0" y="5168"/>
                      <a:pt x="1520" y="6657"/>
                      <a:pt x="3344" y="6657"/>
                    </a:cubicBezTo>
                    <a:cubicBezTo>
                      <a:pt x="5198" y="6657"/>
                      <a:pt x="6687" y="5168"/>
                      <a:pt x="6687" y="3314"/>
                    </a:cubicBezTo>
                    <a:cubicBezTo>
                      <a:pt x="6687" y="1490"/>
                      <a:pt x="5198" y="1"/>
                      <a:pt x="3344" y="1"/>
                    </a:cubicBezTo>
                    <a:close/>
                  </a:path>
                </a:pathLst>
              </a:custGeom>
              <a:solidFill>
                <a:srgbClr val="2332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8"/>
              <p:cNvSpPr/>
              <p:nvPr/>
            </p:nvSpPr>
            <p:spPr>
              <a:xfrm>
                <a:off x="4496550" y="2819475"/>
                <a:ext cx="366300" cy="365525"/>
              </a:xfrm>
              <a:custGeom>
                <a:avLst/>
                <a:gdLst/>
                <a:ahLst/>
                <a:cxnLst/>
                <a:rect l="l" t="t" r="r" b="b"/>
                <a:pathLst>
                  <a:path w="14652" h="14621" fill="none" extrusionOk="0">
                    <a:moveTo>
                      <a:pt x="14651" y="7296"/>
                    </a:moveTo>
                    <a:cubicBezTo>
                      <a:pt x="14651" y="11338"/>
                      <a:pt x="11369" y="14621"/>
                      <a:pt x="7326" y="14621"/>
                    </a:cubicBezTo>
                    <a:cubicBezTo>
                      <a:pt x="3283" y="14621"/>
                      <a:pt x="1" y="11338"/>
                      <a:pt x="1" y="7296"/>
                    </a:cubicBezTo>
                    <a:cubicBezTo>
                      <a:pt x="1" y="3283"/>
                      <a:pt x="3283" y="1"/>
                      <a:pt x="7326" y="1"/>
                    </a:cubicBezTo>
                    <a:cubicBezTo>
                      <a:pt x="11369" y="1"/>
                      <a:pt x="14651" y="3283"/>
                      <a:pt x="14651" y="7296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23325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3" name="Google Shape;233;p8"/>
          <p:cNvGrpSpPr/>
          <p:nvPr/>
        </p:nvGrpSpPr>
        <p:grpSpPr>
          <a:xfrm>
            <a:off x="245325" y="539500"/>
            <a:ext cx="199875" cy="721150"/>
            <a:chOff x="188762" y="539500"/>
            <a:chExt cx="199875" cy="721150"/>
          </a:xfrm>
        </p:grpSpPr>
        <p:sp>
          <p:nvSpPr>
            <p:cNvPr id="234" name="Google Shape;234;p8"/>
            <p:cNvSpPr/>
            <p:nvPr/>
          </p:nvSpPr>
          <p:spPr>
            <a:xfrm flipH="1">
              <a:off x="332387" y="120440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8"/>
            <p:cNvSpPr/>
            <p:nvPr/>
          </p:nvSpPr>
          <p:spPr>
            <a:xfrm flipH="1">
              <a:off x="332387" y="1037975"/>
              <a:ext cx="56250" cy="56275"/>
            </a:xfrm>
            <a:custGeom>
              <a:avLst/>
              <a:gdLst/>
              <a:ahLst/>
              <a:cxnLst/>
              <a:rect l="l" t="t" r="r" b="b"/>
              <a:pathLst>
                <a:path w="2250" h="2251" extrusionOk="0">
                  <a:moveTo>
                    <a:pt x="1125" y="1"/>
                  </a:moveTo>
                  <a:cubicBezTo>
                    <a:pt x="517" y="1"/>
                    <a:pt x="0" y="518"/>
                    <a:pt x="0" y="1126"/>
                  </a:cubicBezTo>
                  <a:cubicBezTo>
                    <a:pt x="0" y="1764"/>
                    <a:pt x="517" y="2250"/>
                    <a:pt x="1125" y="2250"/>
                  </a:cubicBezTo>
                  <a:cubicBezTo>
                    <a:pt x="1733" y="2250"/>
                    <a:pt x="2249" y="1764"/>
                    <a:pt x="2249" y="1126"/>
                  </a:cubicBezTo>
                  <a:cubicBezTo>
                    <a:pt x="224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8"/>
            <p:cNvSpPr/>
            <p:nvPr/>
          </p:nvSpPr>
          <p:spPr>
            <a:xfrm flipH="1">
              <a:off x="332387" y="8723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8"/>
            <p:cNvSpPr/>
            <p:nvPr/>
          </p:nvSpPr>
          <p:spPr>
            <a:xfrm flipH="1">
              <a:off x="332387" y="705925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8"/>
            <p:cNvSpPr/>
            <p:nvPr/>
          </p:nvSpPr>
          <p:spPr>
            <a:xfrm flipH="1">
              <a:off x="332387" y="53950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8"/>
            <p:cNvSpPr/>
            <p:nvPr/>
          </p:nvSpPr>
          <p:spPr>
            <a:xfrm flipH="1">
              <a:off x="188762" y="120440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8"/>
            <p:cNvSpPr/>
            <p:nvPr/>
          </p:nvSpPr>
          <p:spPr>
            <a:xfrm flipH="1">
              <a:off x="188762" y="1037975"/>
              <a:ext cx="55500" cy="56275"/>
            </a:xfrm>
            <a:custGeom>
              <a:avLst/>
              <a:gdLst/>
              <a:ahLst/>
              <a:cxnLst/>
              <a:rect l="l" t="t" r="r" b="b"/>
              <a:pathLst>
                <a:path w="2220" h="2251" extrusionOk="0">
                  <a:moveTo>
                    <a:pt x="1125" y="1"/>
                  </a:moveTo>
                  <a:cubicBezTo>
                    <a:pt x="487" y="1"/>
                    <a:pt x="0" y="518"/>
                    <a:pt x="0" y="1126"/>
                  </a:cubicBezTo>
                  <a:cubicBezTo>
                    <a:pt x="0" y="1764"/>
                    <a:pt x="487" y="2250"/>
                    <a:pt x="1125" y="2250"/>
                  </a:cubicBezTo>
                  <a:cubicBezTo>
                    <a:pt x="1733" y="2250"/>
                    <a:pt x="2219" y="1764"/>
                    <a:pt x="2219" y="1126"/>
                  </a:cubicBezTo>
                  <a:cubicBezTo>
                    <a:pt x="2219" y="518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8"/>
            <p:cNvSpPr/>
            <p:nvPr/>
          </p:nvSpPr>
          <p:spPr>
            <a:xfrm flipH="1">
              <a:off x="188762" y="8723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8"/>
            <p:cNvSpPr/>
            <p:nvPr/>
          </p:nvSpPr>
          <p:spPr>
            <a:xfrm flipH="1">
              <a:off x="188762" y="705925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8"/>
            <p:cNvSpPr/>
            <p:nvPr/>
          </p:nvSpPr>
          <p:spPr>
            <a:xfrm flipH="1">
              <a:off x="188762" y="53950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" name="Google Shape;244;p8"/>
          <p:cNvGrpSpPr/>
          <p:nvPr/>
        </p:nvGrpSpPr>
        <p:grpSpPr>
          <a:xfrm>
            <a:off x="1867687" y="4204297"/>
            <a:ext cx="1895833" cy="1895866"/>
            <a:chOff x="3835450" y="-252000"/>
            <a:chExt cx="1445325" cy="1445350"/>
          </a:xfrm>
        </p:grpSpPr>
        <p:sp>
          <p:nvSpPr>
            <p:cNvPr id="245" name="Google Shape;245;p8"/>
            <p:cNvSpPr/>
            <p:nvPr/>
          </p:nvSpPr>
          <p:spPr>
            <a:xfrm>
              <a:off x="3835450" y="-252000"/>
              <a:ext cx="1445325" cy="1445350"/>
            </a:xfrm>
            <a:custGeom>
              <a:avLst/>
              <a:gdLst/>
              <a:ahLst/>
              <a:cxnLst/>
              <a:rect l="l" t="t" r="r" b="b"/>
              <a:pathLst>
                <a:path w="57813" h="57814" fill="none" extrusionOk="0">
                  <a:moveTo>
                    <a:pt x="43375" y="14439"/>
                  </a:moveTo>
                  <a:lnTo>
                    <a:pt x="28907" y="1"/>
                  </a:lnTo>
                  <a:lnTo>
                    <a:pt x="14438" y="14439"/>
                  </a:lnTo>
                  <a:lnTo>
                    <a:pt x="0" y="28907"/>
                  </a:lnTo>
                  <a:lnTo>
                    <a:pt x="14438" y="43375"/>
                  </a:lnTo>
                  <a:lnTo>
                    <a:pt x="28907" y="57813"/>
                  </a:lnTo>
                  <a:lnTo>
                    <a:pt x="43375" y="43375"/>
                  </a:lnTo>
                  <a:lnTo>
                    <a:pt x="57813" y="2890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3972225" y="-115200"/>
              <a:ext cx="1171775" cy="1171750"/>
            </a:xfrm>
            <a:custGeom>
              <a:avLst/>
              <a:gdLst/>
              <a:ahLst/>
              <a:cxnLst/>
              <a:rect l="l" t="t" r="r" b="b"/>
              <a:pathLst>
                <a:path w="46871" h="46870" fill="none" extrusionOk="0">
                  <a:moveTo>
                    <a:pt x="46871" y="23435"/>
                  </a:moveTo>
                  <a:lnTo>
                    <a:pt x="35138" y="11733"/>
                  </a:lnTo>
                  <a:lnTo>
                    <a:pt x="23436" y="0"/>
                  </a:lnTo>
                  <a:lnTo>
                    <a:pt x="11733" y="11733"/>
                  </a:lnTo>
                  <a:lnTo>
                    <a:pt x="0" y="23435"/>
                  </a:lnTo>
                  <a:lnTo>
                    <a:pt x="11733" y="35137"/>
                  </a:lnTo>
                  <a:lnTo>
                    <a:pt x="23436" y="46870"/>
                  </a:lnTo>
                  <a:lnTo>
                    <a:pt x="35138" y="3513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4109775" y="22325"/>
              <a:ext cx="896700" cy="896700"/>
            </a:xfrm>
            <a:custGeom>
              <a:avLst/>
              <a:gdLst/>
              <a:ahLst/>
              <a:cxnLst/>
              <a:rect l="l" t="t" r="r" b="b"/>
              <a:pathLst>
                <a:path w="35868" h="35868" fill="none" extrusionOk="0">
                  <a:moveTo>
                    <a:pt x="35867" y="17934"/>
                  </a:moveTo>
                  <a:lnTo>
                    <a:pt x="26900" y="8967"/>
                  </a:lnTo>
                  <a:lnTo>
                    <a:pt x="17934" y="1"/>
                  </a:lnTo>
                  <a:lnTo>
                    <a:pt x="8967" y="8967"/>
                  </a:lnTo>
                  <a:lnTo>
                    <a:pt x="0" y="17934"/>
                  </a:lnTo>
                  <a:lnTo>
                    <a:pt x="8967" y="26901"/>
                  </a:lnTo>
                  <a:lnTo>
                    <a:pt x="17934" y="35867"/>
                  </a:lnTo>
                  <a:lnTo>
                    <a:pt x="26900" y="2690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4247300" y="159875"/>
              <a:ext cx="621625" cy="621600"/>
            </a:xfrm>
            <a:custGeom>
              <a:avLst/>
              <a:gdLst/>
              <a:ahLst/>
              <a:cxnLst/>
              <a:rect l="l" t="t" r="r" b="b"/>
              <a:pathLst>
                <a:path w="24865" h="24864" fill="none" extrusionOk="0">
                  <a:moveTo>
                    <a:pt x="24864" y="12432"/>
                  </a:moveTo>
                  <a:lnTo>
                    <a:pt x="18664" y="6201"/>
                  </a:lnTo>
                  <a:lnTo>
                    <a:pt x="12433" y="0"/>
                  </a:lnTo>
                  <a:lnTo>
                    <a:pt x="6201" y="6201"/>
                  </a:lnTo>
                  <a:lnTo>
                    <a:pt x="1" y="12432"/>
                  </a:lnTo>
                  <a:lnTo>
                    <a:pt x="6201" y="18663"/>
                  </a:lnTo>
                  <a:lnTo>
                    <a:pt x="12433" y="24864"/>
                  </a:lnTo>
                  <a:lnTo>
                    <a:pt x="18664" y="18663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4384075" y="296650"/>
              <a:ext cx="348075" cy="348050"/>
            </a:xfrm>
            <a:custGeom>
              <a:avLst/>
              <a:gdLst/>
              <a:ahLst/>
              <a:cxnLst/>
              <a:rect l="l" t="t" r="r" b="b"/>
              <a:pathLst>
                <a:path w="13923" h="13922" fill="none" extrusionOk="0">
                  <a:moveTo>
                    <a:pt x="10427" y="3496"/>
                  </a:moveTo>
                  <a:lnTo>
                    <a:pt x="6962" y="0"/>
                  </a:lnTo>
                  <a:lnTo>
                    <a:pt x="3496" y="3496"/>
                  </a:lnTo>
                  <a:lnTo>
                    <a:pt x="1" y="6961"/>
                  </a:lnTo>
                  <a:lnTo>
                    <a:pt x="3496" y="10426"/>
                  </a:lnTo>
                  <a:lnTo>
                    <a:pt x="6962" y="13922"/>
                  </a:lnTo>
                  <a:lnTo>
                    <a:pt x="10427" y="10426"/>
                  </a:lnTo>
                  <a:lnTo>
                    <a:pt x="13922" y="696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"/>
          <p:cNvSpPr/>
          <p:nvPr/>
        </p:nvSpPr>
        <p:spPr>
          <a:xfrm>
            <a:off x="4" y="4649350"/>
            <a:ext cx="3447249" cy="494158"/>
          </a:xfrm>
          <a:custGeom>
            <a:avLst/>
            <a:gdLst/>
            <a:ahLst/>
            <a:cxnLst/>
            <a:rect l="l" t="t" r="r" b="b"/>
            <a:pathLst>
              <a:path w="108149" h="15503" extrusionOk="0">
                <a:moveTo>
                  <a:pt x="0" y="0"/>
                </a:moveTo>
                <a:lnTo>
                  <a:pt x="0" y="15502"/>
                </a:lnTo>
                <a:lnTo>
                  <a:pt x="108148" y="15502"/>
                </a:lnTo>
                <a:cubicBezTo>
                  <a:pt x="108148" y="6931"/>
                  <a:pt x="101218" y="0"/>
                  <a:pt x="92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" name="Google Shape;307;p13"/>
          <p:cNvGrpSpPr/>
          <p:nvPr/>
        </p:nvGrpSpPr>
        <p:grpSpPr>
          <a:xfrm>
            <a:off x="8430750" y="407034"/>
            <a:ext cx="2691676" cy="2691631"/>
            <a:chOff x="5165750" y="-1146341"/>
            <a:chExt cx="2691676" cy="2691631"/>
          </a:xfrm>
        </p:grpSpPr>
        <p:sp>
          <p:nvSpPr>
            <p:cNvPr id="308" name="Google Shape;308;p13"/>
            <p:cNvSpPr/>
            <p:nvPr/>
          </p:nvSpPr>
          <p:spPr>
            <a:xfrm>
              <a:off x="5923974" y="-388117"/>
              <a:ext cx="1175229" cy="1175184"/>
            </a:xfrm>
            <a:custGeom>
              <a:avLst/>
              <a:gdLst/>
              <a:ahLst/>
              <a:cxnLst/>
              <a:rect l="l" t="t" r="r" b="b"/>
              <a:pathLst>
                <a:path w="25959" h="25958" fill="none" extrusionOk="0">
                  <a:moveTo>
                    <a:pt x="25958" y="12979"/>
                  </a:moveTo>
                  <a:cubicBezTo>
                    <a:pt x="25958" y="20152"/>
                    <a:pt x="20153" y="25958"/>
                    <a:pt x="12979" y="25958"/>
                  </a:cubicBezTo>
                  <a:cubicBezTo>
                    <a:pt x="5806" y="25958"/>
                    <a:pt x="1" y="20152"/>
                    <a:pt x="1" y="12979"/>
                  </a:cubicBezTo>
                  <a:cubicBezTo>
                    <a:pt x="1" y="5806"/>
                    <a:pt x="5806" y="0"/>
                    <a:pt x="12979" y="0"/>
                  </a:cubicBezTo>
                  <a:cubicBezTo>
                    <a:pt x="20153" y="0"/>
                    <a:pt x="25958" y="5806"/>
                    <a:pt x="25958" y="129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5840039" y="-472098"/>
              <a:ext cx="1343099" cy="1343145"/>
            </a:xfrm>
            <a:custGeom>
              <a:avLst/>
              <a:gdLst/>
              <a:ahLst/>
              <a:cxnLst/>
              <a:rect l="l" t="t" r="r" b="b"/>
              <a:pathLst>
                <a:path w="29667" h="29668" fill="none" extrusionOk="0">
                  <a:moveTo>
                    <a:pt x="29667" y="14834"/>
                  </a:moveTo>
                  <a:cubicBezTo>
                    <a:pt x="29667" y="23041"/>
                    <a:pt x="23040" y="29667"/>
                    <a:pt x="14833" y="29667"/>
                  </a:cubicBezTo>
                  <a:cubicBezTo>
                    <a:pt x="6627" y="29667"/>
                    <a:pt x="0" y="23041"/>
                    <a:pt x="0" y="14834"/>
                  </a:cubicBezTo>
                  <a:cubicBezTo>
                    <a:pt x="0" y="6627"/>
                    <a:pt x="6627" y="1"/>
                    <a:pt x="14833" y="1"/>
                  </a:cubicBezTo>
                  <a:cubicBezTo>
                    <a:pt x="23040" y="1"/>
                    <a:pt x="29667" y="6627"/>
                    <a:pt x="29667" y="148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5165750" y="-1146341"/>
              <a:ext cx="2691676" cy="2691631"/>
            </a:xfrm>
            <a:custGeom>
              <a:avLst/>
              <a:gdLst/>
              <a:ahLst/>
              <a:cxnLst/>
              <a:rect l="l" t="t" r="r" b="b"/>
              <a:pathLst>
                <a:path w="59455" h="59454" fill="none" extrusionOk="0">
                  <a:moveTo>
                    <a:pt x="59454" y="29727"/>
                  </a:moveTo>
                  <a:cubicBezTo>
                    <a:pt x="59454" y="46141"/>
                    <a:pt x="46141" y="59454"/>
                    <a:pt x="29727" y="59454"/>
                  </a:cubicBezTo>
                  <a:cubicBezTo>
                    <a:pt x="13314" y="59454"/>
                    <a:pt x="0" y="46141"/>
                    <a:pt x="0" y="29727"/>
                  </a:cubicBezTo>
                  <a:cubicBezTo>
                    <a:pt x="0" y="13313"/>
                    <a:pt x="13314" y="0"/>
                    <a:pt x="29727" y="0"/>
                  </a:cubicBezTo>
                  <a:cubicBezTo>
                    <a:pt x="46141" y="0"/>
                    <a:pt x="59454" y="13313"/>
                    <a:pt x="59454" y="297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5286854" y="-1025282"/>
              <a:ext cx="2449469" cy="2449514"/>
            </a:xfrm>
            <a:custGeom>
              <a:avLst/>
              <a:gdLst/>
              <a:ahLst/>
              <a:cxnLst/>
              <a:rect l="l" t="t" r="r" b="b"/>
              <a:pathLst>
                <a:path w="54105" h="54106" fill="none" extrusionOk="0">
                  <a:moveTo>
                    <a:pt x="54105" y="27053"/>
                  </a:moveTo>
                  <a:cubicBezTo>
                    <a:pt x="54105" y="41977"/>
                    <a:pt x="41977" y="54105"/>
                    <a:pt x="27052" y="54105"/>
                  </a:cubicBezTo>
                  <a:cubicBezTo>
                    <a:pt x="12128" y="54105"/>
                    <a:pt x="0" y="41977"/>
                    <a:pt x="0" y="27053"/>
                  </a:cubicBezTo>
                  <a:cubicBezTo>
                    <a:pt x="0" y="12129"/>
                    <a:pt x="12128" y="1"/>
                    <a:pt x="27052" y="1"/>
                  </a:cubicBezTo>
                  <a:cubicBezTo>
                    <a:pt x="41977" y="1"/>
                    <a:pt x="54105" y="12129"/>
                    <a:pt x="54105" y="270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5406555" y="-905537"/>
              <a:ext cx="2210068" cy="2210022"/>
            </a:xfrm>
            <a:custGeom>
              <a:avLst/>
              <a:gdLst/>
              <a:ahLst/>
              <a:cxnLst/>
              <a:rect l="l" t="t" r="r" b="b"/>
              <a:pathLst>
                <a:path w="48817" h="48816" fill="none" extrusionOk="0">
                  <a:moveTo>
                    <a:pt x="48816" y="24408"/>
                  </a:moveTo>
                  <a:cubicBezTo>
                    <a:pt x="48816" y="37873"/>
                    <a:pt x="37904" y="48816"/>
                    <a:pt x="24408" y="48816"/>
                  </a:cubicBezTo>
                  <a:cubicBezTo>
                    <a:pt x="10943" y="48816"/>
                    <a:pt x="1" y="37873"/>
                    <a:pt x="1" y="24408"/>
                  </a:cubicBezTo>
                  <a:cubicBezTo>
                    <a:pt x="1" y="10943"/>
                    <a:pt x="10943" y="0"/>
                    <a:pt x="24408" y="0"/>
                  </a:cubicBezTo>
                  <a:cubicBezTo>
                    <a:pt x="37904" y="0"/>
                    <a:pt x="48816" y="10943"/>
                    <a:pt x="48816" y="244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5523539" y="-788598"/>
              <a:ext cx="1976099" cy="1976145"/>
            </a:xfrm>
            <a:custGeom>
              <a:avLst/>
              <a:gdLst/>
              <a:ahLst/>
              <a:cxnLst/>
              <a:rect l="l" t="t" r="r" b="b"/>
              <a:pathLst>
                <a:path w="43649" h="43650" fill="none" extrusionOk="0">
                  <a:moveTo>
                    <a:pt x="43649" y="21825"/>
                  </a:moveTo>
                  <a:cubicBezTo>
                    <a:pt x="43649" y="33892"/>
                    <a:pt x="33892" y="43649"/>
                    <a:pt x="21824" y="43649"/>
                  </a:cubicBezTo>
                  <a:cubicBezTo>
                    <a:pt x="9757" y="43649"/>
                    <a:pt x="0" y="33892"/>
                    <a:pt x="0" y="21825"/>
                  </a:cubicBezTo>
                  <a:cubicBezTo>
                    <a:pt x="0" y="9758"/>
                    <a:pt x="9757" y="1"/>
                    <a:pt x="21824" y="1"/>
                  </a:cubicBezTo>
                  <a:cubicBezTo>
                    <a:pt x="33892" y="1"/>
                    <a:pt x="43649" y="9758"/>
                    <a:pt x="43649" y="218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5635000" y="-677092"/>
              <a:ext cx="1753178" cy="1753132"/>
            </a:xfrm>
            <a:custGeom>
              <a:avLst/>
              <a:gdLst/>
              <a:ahLst/>
              <a:cxnLst/>
              <a:rect l="l" t="t" r="r" b="b"/>
              <a:pathLst>
                <a:path w="38725" h="38724" fill="none" extrusionOk="0">
                  <a:moveTo>
                    <a:pt x="38725" y="19362"/>
                  </a:moveTo>
                  <a:cubicBezTo>
                    <a:pt x="38725" y="30061"/>
                    <a:pt x="30062" y="38724"/>
                    <a:pt x="19362" y="38724"/>
                  </a:cubicBezTo>
                  <a:cubicBezTo>
                    <a:pt x="8663" y="38724"/>
                    <a:pt x="0" y="30061"/>
                    <a:pt x="0" y="19362"/>
                  </a:cubicBezTo>
                  <a:cubicBezTo>
                    <a:pt x="0" y="8663"/>
                    <a:pt x="8663" y="0"/>
                    <a:pt x="19362" y="0"/>
                  </a:cubicBezTo>
                  <a:cubicBezTo>
                    <a:pt x="30062" y="0"/>
                    <a:pt x="38725" y="8663"/>
                    <a:pt x="38725" y="193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5742341" y="-569796"/>
              <a:ext cx="1538495" cy="1538541"/>
            </a:xfrm>
            <a:custGeom>
              <a:avLst/>
              <a:gdLst/>
              <a:ahLst/>
              <a:cxnLst/>
              <a:rect l="l" t="t" r="r" b="b"/>
              <a:pathLst>
                <a:path w="33983" h="33984" fill="none" extrusionOk="0">
                  <a:moveTo>
                    <a:pt x="33983" y="16992"/>
                  </a:moveTo>
                  <a:cubicBezTo>
                    <a:pt x="33983" y="26384"/>
                    <a:pt x="26384" y="33983"/>
                    <a:pt x="16991" y="33983"/>
                  </a:cubicBezTo>
                  <a:cubicBezTo>
                    <a:pt x="7599" y="33983"/>
                    <a:pt x="0" y="26384"/>
                    <a:pt x="0" y="16992"/>
                  </a:cubicBezTo>
                  <a:cubicBezTo>
                    <a:pt x="0" y="7600"/>
                    <a:pt x="7599" y="1"/>
                    <a:pt x="16991" y="1"/>
                  </a:cubicBezTo>
                  <a:cubicBezTo>
                    <a:pt x="26384" y="1"/>
                    <a:pt x="33983" y="7600"/>
                    <a:pt x="33983" y="169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5842801" y="-387936"/>
              <a:ext cx="1337576" cy="1174821"/>
            </a:xfrm>
            <a:custGeom>
              <a:avLst/>
              <a:gdLst/>
              <a:ahLst/>
              <a:cxnLst/>
              <a:rect l="l" t="t" r="r" b="b"/>
              <a:pathLst>
                <a:path w="29545" h="25950" extrusionOk="0">
                  <a:moveTo>
                    <a:pt x="14779" y="2030"/>
                  </a:moveTo>
                  <a:cubicBezTo>
                    <a:pt x="19620" y="2030"/>
                    <a:pt x="24049" y="5279"/>
                    <a:pt x="25350" y="10179"/>
                  </a:cubicBezTo>
                  <a:cubicBezTo>
                    <a:pt x="26900" y="16015"/>
                    <a:pt x="23405" y="22002"/>
                    <a:pt x="17569" y="23553"/>
                  </a:cubicBezTo>
                  <a:cubicBezTo>
                    <a:pt x="16632" y="23801"/>
                    <a:pt x="15691" y="23920"/>
                    <a:pt x="14766" y="23920"/>
                  </a:cubicBezTo>
                  <a:cubicBezTo>
                    <a:pt x="9925" y="23920"/>
                    <a:pt x="5496" y="20671"/>
                    <a:pt x="4195" y="15771"/>
                  </a:cubicBezTo>
                  <a:cubicBezTo>
                    <a:pt x="2645" y="9935"/>
                    <a:pt x="6140" y="3948"/>
                    <a:pt x="11976" y="2397"/>
                  </a:cubicBezTo>
                  <a:cubicBezTo>
                    <a:pt x="12913" y="2149"/>
                    <a:pt x="13854" y="2030"/>
                    <a:pt x="14779" y="2030"/>
                  </a:cubicBezTo>
                  <a:close/>
                  <a:moveTo>
                    <a:pt x="14795" y="0"/>
                  </a:moveTo>
                  <a:cubicBezTo>
                    <a:pt x="10589" y="0"/>
                    <a:pt x="6465" y="2041"/>
                    <a:pt x="3952" y="5802"/>
                  </a:cubicBezTo>
                  <a:cubicBezTo>
                    <a:pt x="0" y="11790"/>
                    <a:pt x="1642" y="19814"/>
                    <a:pt x="7599" y="23796"/>
                  </a:cubicBezTo>
                  <a:cubicBezTo>
                    <a:pt x="9807" y="25253"/>
                    <a:pt x="12297" y="25950"/>
                    <a:pt x="14758" y="25950"/>
                  </a:cubicBezTo>
                  <a:cubicBezTo>
                    <a:pt x="18970" y="25950"/>
                    <a:pt x="23099" y="23909"/>
                    <a:pt x="25593" y="20148"/>
                  </a:cubicBezTo>
                  <a:cubicBezTo>
                    <a:pt x="29545" y="14160"/>
                    <a:pt x="27903" y="6136"/>
                    <a:pt x="21946" y="2154"/>
                  </a:cubicBezTo>
                  <a:cubicBezTo>
                    <a:pt x="19738" y="697"/>
                    <a:pt x="17252" y="0"/>
                    <a:pt x="147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" name="Google Shape;317;p13"/>
          <p:cNvGrpSpPr/>
          <p:nvPr/>
        </p:nvGrpSpPr>
        <p:grpSpPr>
          <a:xfrm>
            <a:off x="5640400" y="4828856"/>
            <a:ext cx="2790375" cy="64975"/>
            <a:chOff x="5954300" y="4334988"/>
            <a:chExt cx="2790375" cy="64975"/>
          </a:xfrm>
        </p:grpSpPr>
        <p:sp>
          <p:nvSpPr>
            <p:cNvPr id="318" name="Google Shape;318;p13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3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3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3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3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3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3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3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3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3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3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3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3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3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3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3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13"/>
          <p:cNvGrpSpPr/>
          <p:nvPr/>
        </p:nvGrpSpPr>
        <p:grpSpPr>
          <a:xfrm>
            <a:off x="-319052" y="-320208"/>
            <a:ext cx="1604419" cy="1604360"/>
            <a:chOff x="-74975" y="157600"/>
            <a:chExt cx="1604419" cy="1604360"/>
          </a:xfrm>
        </p:grpSpPr>
        <p:sp>
          <p:nvSpPr>
            <p:cNvPr id="339" name="Google Shape;339;p13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3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3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3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3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3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3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13"/>
          <p:cNvSpPr txBox="1">
            <a:spLocks noGrp="1"/>
          </p:cNvSpPr>
          <p:nvPr>
            <p:ph type="title" hasCustomPrompt="1"/>
          </p:nvPr>
        </p:nvSpPr>
        <p:spPr>
          <a:xfrm>
            <a:off x="713237" y="1643098"/>
            <a:ext cx="916500" cy="53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9" name="Google Shape;349;p13"/>
          <p:cNvSpPr txBox="1">
            <a:spLocks noGrp="1"/>
          </p:cNvSpPr>
          <p:nvPr>
            <p:ph type="subTitle" idx="1"/>
          </p:nvPr>
        </p:nvSpPr>
        <p:spPr>
          <a:xfrm>
            <a:off x="1627650" y="1916787"/>
            <a:ext cx="2109600" cy="66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13"/>
          <p:cNvSpPr txBox="1">
            <a:spLocks noGrp="1"/>
          </p:cNvSpPr>
          <p:nvPr>
            <p:ph type="title" idx="2" hasCustomPrompt="1"/>
          </p:nvPr>
        </p:nvSpPr>
        <p:spPr>
          <a:xfrm>
            <a:off x="4064061" y="1643098"/>
            <a:ext cx="916500" cy="53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1" name="Google Shape;351;p13"/>
          <p:cNvSpPr txBox="1">
            <a:spLocks noGrp="1"/>
          </p:cNvSpPr>
          <p:nvPr>
            <p:ph type="subTitle" idx="3"/>
          </p:nvPr>
        </p:nvSpPr>
        <p:spPr>
          <a:xfrm>
            <a:off x="4978460" y="1916787"/>
            <a:ext cx="2109600" cy="66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3"/>
          <p:cNvSpPr txBox="1">
            <a:spLocks noGrp="1"/>
          </p:cNvSpPr>
          <p:nvPr>
            <p:ph type="title" idx="4" hasCustomPrompt="1"/>
          </p:nvPr>
        </p:nvSpPr>
        <p:spPr>
          <a:xfrm>
            <a:off x="2055937" y="3136035"/>
            <a:ext cx="916500" cy="53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3" name="Google Shape;353;p13"/>
          <p:cNvSpPr txBox="1">
            <a:spLocks noGrp="1"/>
          </p:cNvSpPr>
          <p:nvPr>
            <p:ph type="subTitle" idx="5"/>
          </p:nvPr>
        </p:nvSpPr>
        <p:spPr>
          <a:xfrm>
            <a:off x="2970350" y="3414200"/>
            <a:ext cx="2109600" cy="66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13"/>
          <p:cNvSpPr txBox="1">
            <a:spLocks noGrp="1"/>
          </p:cNvSpPr>
          <p:nvPr>
            <p:ph type="title" idx="6" hasCustomPrompt="1"/>
          </p:nvPr>
        </p:nvSpPr>
        <p:spPr>
          <a:xfrm>
            <a:off x="5406761" y="3136035"/>
            <a:ext cx="916500" cy="53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5" name="Google Shape;355;p13"/>
          <p:cNvSpPr txBox="1">
            <a:spLocks noGrp="1"/>
          </p:cNvSpPr>
          <p:nvPr>
            <p:ph type="subTitle" idx="7"/>
          </p:nvPr>
        </p:nvSpPr>
        <p:spPr>
          <a:xfrm>
            <a:off x="6321160" y="3414200"/>
            <a:ext cx="2109600" cy="66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13"/>
          <p:cNvSpPr txBox="1">
            <a:spLocks noGrp="1"/>
          </p:cNvSpPr>
          <p:nvPr>
            <p:ph type="subTitle" idx="8"/>
          </p:nvPr>
        </p:nvSpPr>
        <p:spPr>
          <a:xfrm>
            <a:off x="1627650" y="1565638"/>
            <a:ext cx="2109600" cy="49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7" name="Google Shape;357;p13"/>
          <p:cNvSpPr txBox="1">
            <a:spLocks noGrp="1"/>
          </p:cNvSpPr>
          <p:nvPr>
            <p:ph type="subTitle" idx="9"/>
          </p:nvPr>
        </p:nvSpPr>
        <p:spPr>
          <a:xfrm>
            <a:off x="4978476" y="1565638"/>
            <a:ext cx="2109600" cy="49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8" name="Google Shape;358;p13"/>
          <p:cNvSpPr txBox="1">
            <a:spLocks noGrp="1"/>
          </p:cNvSpPr>
          <p:nvPr>
            <p:ph type="subTitle" idx="13"/>
          </p:nvPr>
        </p:nvSpPr>
        <p:spPr>
          <a:xfrm>
            <a:off x="2970350" y="3058449"/>
            <a:ext cx="2109600" cy="49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9" name="Google Shape;359;p13"/>
          <p:cNvSpPr txBox="1">
            <a:spLocks noGrp="1"/>
          </p:cNvSpPr>
          <p:nvPr>
            <p:ph type="subTitle" idx="14"/>
          </p:nvPr>
        </p:nvSpPr>
        <p:spPr>
          <a:xfrm>
            <a:off x="6321176" y="3058449"/>
            <a:ext cx="2109600" cy="49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0" name="Google Shape;360;p13"/>
          <p:cNvSpPr txBox="1">
            <a:spLocks noGrp="1"/>
          </p:cNvSpPr>
          <p:nvPr>
            <p:ph type="title" idx="15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"/>
          <p:cNvSpPr txBox="1">
            <a:spLocks noGrp="1"/>
          </p:cNvSpPr>
          <p:nvPr>
            <p:ph type="subTitle" idx="1"/>
          </p:nvPr>
        </p:nvSpPr>
        <p:spPr>
          <a:xfrm>
            <a:off x="872100" y="2790875"/>
            <a:ext cx="4359600" cy="7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5"/>
          <p:cNvSpPr txBox="1">
            <a:spLocks noGrp="1"/>
          </p:cNvSpPr>
          <p:nvPr>
            <p:ph type="title"/>
          </p:nvPr>
        </p:nvSpPr>
        <p:spPr>
          <a:xfrm>
            <a:off x="872100" y="1370375"/>
            <a:ext cx="4359600" cy="149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99" name="Google Shape;399;p15"/>
          <p:cNvGrpSpPr/>
          <p:nvPr/>
        </p:nvGrpSpPr>
        <p:grpSpPr>
          <a:xfrm>
            <a:off x="872100" y="4492283"/>
            <a:ext cx="1351125" cy="232319"/>
            <a:chOff x="5486725" y="543869"/>
            <a:chExt cx="1351125" cy="232319"/>
          </a:xfrm>
        </p:grpSpPr>
        <p:sp>
          <p:nvSpPr>
            <p:cNvPr id="400" name="Google Shape;400;p15"/>
            <p:cNvSpPr/>
            <p:nvPr/>
          </p:nvSpPr>
          <p:spPr>
            <a:xfrm>
              <a:off x="6637975" y="7112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5918350" y="71993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5918350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6637975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6494350" y="7112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5774725" y="71993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5774725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6494350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6782350" y="7112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6062725" y="71993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6062725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6782350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6349975" y="7112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5630350" y="71993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5630350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6349975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6206350" y="7112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5486725" y="71993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5486725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6206350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" name="Google Shape;421;p16"/>
          <p:cNvGrpSpPr/>
          <p:nvPr/>
        </p:nvGrpSpPr>
        <p:grpSpPr>
          <a:xfrm>
            <a:off x="-319052" y="-320208"/>
            <a:ext cx="1604419" cy="1604360"/>
            <a:chOff x="-74975" y="157600"/>
            <a:chExt cx="1604419" cy="1604360"/>
          </a:xfrm>
        </p:grpSpPr>
        <p:sp>
          <p:nvSpPr>
            <p:cNvPr id="422" name="Google Shape;422;p16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1" name="Google Shape;431;p16"/>
          <p:cNvGrpSpPr/>
          <p:nvPr/>
        </p:nvGrpSpPr>
        <p:grpSpPr>
          <a:xfrm>
            <a:off x="8430774" y="-327975"/>
            <a:ext cx="1734954" cy="1734954"/>
            <a:chOff x="6340050" y="754850"/>
            <a:chExt cx="1595800" cy="1595800"/>
          </a:xfrm>
        </p:grpSpPr>
        <p:sp>
          <p:nvSpPr>
            <p:cNvPr id="432" name="Google Shape;432;p16"/>
            <p:cNvSpPr/>
            <p:nvPr/>
          </p:nvSpPr>
          <p:spPr>
            <a:xfrm>
              <a:off x="6517100" y="931925"/>
              <a:ext cx="1240925" cy="1241675"/>
            </a:xfrm>
            <a:custGeom>
              <a:avLst/>
              <a:gdLst/>
              <a:ahLst/>
              <a:cxnLst/>
              <a:rect l="l" t="t" r="r" b="b"/>
              <a:pathLst>
                <a:path w="49637" h="49667" extrusionOk="0">
                  <a:moveTo>
                    <a:pt x="24834" y="16870"/>
                  </a:moveTo>
                  <a:cubicBezTo>
                    <a:pt x="29211" y="16870"/>
                    <a:pt x="32798" y="20426"/>
                    <a:pt x="32798" y="24833"/>
                  </a:cubicBezTo>
                  <a:cubicBezTo>
                    <a:pt x="32798" y="29241"/>
                    <a:pt x="29211" y="32797"/>
                    <a:pt x="24834" y="32797"/>
                  </a:cubicBezTo>
                  <a:cubicBezTo>
                    <a:pt x="20427" y="32797"/>
                    <a:pt x="16840" y="29241"/>
                    <a:pt x="16840" y="24833"/>
                  </a:cubicBezTo>
                  <a:cubicBezTo>
                    <a:pt x="16840" y="20426"/>
                    <a:pt x="20427" y="16870"/>
                    <a:pt x="24834" y="16870"/>
                  </a:cubicBezTo>
                  <a:close/>
                  <a:moveTo>
                    <a:pt x="24834" y="0"/>
                  </a:moveTo>
                  <a:cubicBezTo>
                    <a:pt x="11095" y="0"/>
                    <a:pt x="1" y="11125"/>
                    <a:pt x="1" y="24833"/>
                  </a:cubicBezTo>
                  <a:cubicBezTo>
                    <a:pt x="1" y="38542"/>
                    <a:pt x="11126" y="49666"/>
                    <a:pt x="24834" y="49666"/>
                  </a:cubicBezTo>
                  <a:cubicBezTo>
                    <a:pt x="38542" y="49666"/>
                    <a:pt x="49637" y="38542"/>
                    <a:pt x="49637" y="24833"/>
                  </a:cubicBezTo>
                  <a:cubicBezTo>
                    <a:pt x="49637" y="11125"/>
                    <a:pt x="38542" y="0"/>
                    <a:pt x="24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6340050" y="754850"/>
              <a:ext cx="1595800" cy="1595800"/>
            </a:xfrm>
            <a:custGeom>
              <a:avLst/>
              <a:gdLst/>
              <a:ahLst/>
              <a:cxnLst/>
              <a:rect l="l" t="t" r="r" b="b"/>
              <a:pathLst>
                <a:path w="63832" h="63832" fill="none" extrusionOk="0">
                  <a:moveTo>
                    <a:pt x="31916" y="1"/>
                  </a:moveTo>
                  <a:cubicBezTo>
                    <a:pt x="14286" y="1"/>
                    <a:pt x="0" y="14287"/>
                    <a:pt x="0" y="31916"/>
                  </a:cubicBezTo>
                  <a:cubicBezTo>
                    <a:pt x="0" y="49546"/>
                    <a:pt x="14286" y="63832"/>
                    <a:pt x="31916" y="63832"/>
                  </a:cubicBezTo>
                  <a:cubicBezTo>
                    <a:pt x="49515" y="63832"/>
                    <a:pt x="63831" y="49546"/>
                    <a:pt x="63831" y="31916"/>
                  </a:cubicBezTo>
                  <a:cubicBezTo>
                    <a:pt x="63831" y="14287"/>
                    <a:pt x="49515" y="1"/>
                    <a:pt x="31916" y="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>
              <a:off x="6781550" y="1196350"/>
              <a:ext cx="712050" cy="712050"/>
            </a:xfrm>
            <a:custGeom>
              <a:avLst/>
              <a:gdLst/>
              <a:ahLst/>
              <a:cxnLst/>
              <a:rect l="l" t="t" r="r" b="b"/>
              <a:pathLst>
                <a:path w="28482" h="28482" extrusionOk="0">
                  <a:moveTo>
                    <a:pt x="14256" y="9667"/>
                  </a:moveTo>
                  <a:cubicBezTo>
                    <a:pt x="16779" y="9667"/>
                    <a:pt x="18815" y="11733"/>
                    <a:pt x="18815" y="14256"/>
                  </a:cubicBezTo>
                  <a:cubicBezTo>
                    <a:pt x="18815" y="16779"/>
                    <a:pt x="16779" y="18816"/>
                    <a:pt x="14256" y="18816"/>
                  </a:cubicBezTo>
                  <a:cubicBezTo>
                    <a:pt x="11703" y="18816"/>
                    <a:pt x="9666" y="16779"/>
                    <a:pt x="9666" y="14256"/>
                  </a:cubicBezTo>
                  <a:cubicBezTo>
                    <a:pt x="9666" y="11733"/>
                    <a:pt x="11703" y="9667"/>
                    <a:pt x="14256" y="9667"/>
                  </a:cubicBezTo>
                  <a:close/>
                  <a:moveTo>
                    <a:pt x="14256" y="1"/>
                  </a:moveTo>
                  <a:cubicBezTo>
                    <a:pt x="6384" y="1"/>
                    <a:pt x="0" y="6384"/>
                    <a:pt x="0" y="14256"/>
                  </a:cubicBezTo>
                  <a:cubicBezTo>
                    <a:pt x="0" y="22129"/>
                    <a:pt x="6384" y="28481"/>
                    <a:pt x="14256" y="28481"/>
                  </a:cubicBezTo>
                  <a:cubicBezTo>
                    <a:pt x="22098" y="28481"/>
                    <a:pt x="28481" y="22129"/>
                    <a:pt x="28481" y="14256"/>
                  </a:cubicBezTo>
                  <a:cubicBezTo>
                    <a:pt x="28481" y="6384"/>
                    <a:pt x="22098" y="1"/>
                    <a:pt x="1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" name="Google Shape;435;p16"/>
          <p:cNvGrpSpPr/>
          <p:nvPr/>
        </p:nvGrpSpPr>
        <p:grpSpPr>
          <a:xfrm>
            <a:off x="5274346" y="4599424"/>
            <a:ext cx="1351125" cy="232319"/>
            <a:chOff x="5486725" y="543869"/>
            <a:chExt cx="1351125" cy="232319"/>
          </a:xfrm>
        </p:grpSpPr>
        <p:sp>
          <p:nvSpPr>
            <p:cNvPr id="436" name="Google Shape;436;p16"/>
            <p:cNvSpPr/>
            <p:nvPr/>
          </p:nvSpPr>
          <p:spPr>
            <a:xfrm>
              <a:off x="6637975" y="7112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5918350" y="71993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5918350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6637975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6494350" y="7112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5774725" y="71993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5774725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6494350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6782350" y="7112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6062725" y="71993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6062725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6782350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6349975" y="7112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5630350" y="71993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5630350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6349975" y="543869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6206350" y="7112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5486725" y="71993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5486725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6206350" y="543869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16"/>
          <p:cNvSpPr txBox="1">
            <a:spLocks noGrp="1"/>
          </p:cNvSpPr>
          <p:nvPr>
            <p:ph type="subTitle" idx="1"/>
          </p:nvPr>
        </p:nvSpPr>
        <p:spPr>
          <a:xfrm>
            <a:off x="5200175" y="2992488"/>
            <a:ext cx="2936700" cy="11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16"/>
          <p:cNvSpPr txBox="1">
            <a:spLocks noGrp="1"/>
          </p:cNvSpPr>
          <p:nvPr>
            <p:ph type="title"/>
          </p:nvPr>
        </p:nvSpPr>
        <p:spPr>
          <a:xfrm>
            <a:off x="5200175" y="1003813"/>
            <a:ext cx="2936700" cy="198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16"/>
          <p:cNvSpPr>
            <a:spLocks noGrp="1"/>
          </p:cNvSpPr>
          <p:nvPr>
            <p:ph type="pic" idx="2"/>
          </p:nvPr>
        </p:nvSpPr>
        <p:spPr>
          <a:xfrm>
            <a:off x="713225" y="670650"/>
            <a:ext cx="3612000" cy="3802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9"/>
          <p:cNvSpPr/>
          <p:nvPr/>
        </p:nvSpPr>
        <p:spPr>
          <a:xfrm flipH="1">
            <a:off x="5714833" y="4649350"/>
            <a:ext cx="3447249" cy="494158"/>
          </a:xfrm>
          <a:custGeom>
            <a:avLst/>
            <a:gdLst/>
            <a:ahLst/>
            <a:cxnLst/>
            <a:rect l="l" t="t" r="r" b="b"/>
            <a:pathLst>
              <a:path w="108149" h="15503" extrusionOk="0">
                <a:moveTo>
                  <a:pt x="0" y="0"/>
                </a:moveTo>
                <a:lnTo>
                  <a:pt x="0" y="15502"/>
                </a:lnTo>
                <a:lnTo>
                  <a:pt x="108148" y="15502"/>
                </a:lnTo>
                <a:cubicBezTo>
                  <a:pt x="108148" y="6931"/>
                  <a:pt x="101218" y="0"/>
                  <a:pt x="92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19"/>
          <p:cNvGrpSpPr/>
          <p:nvPr/>
        </p:nvGrpSpPr>
        <p:grpSpPr>
          <a:xfrm>
            <a:off x="-1978450" y="1225934"/>
            <a:ext cx="2691676" cy="2691631"/>
            <a:chOff x="5165750" y="-1146341"/>
            <a:chExt cx="2691676" cy="2691631"/>
          </a:xfrm>
        </p:grpSpPr>
        <p:sp>
          <p:nvSpPr>
            <p:cNvPr id="531" name="Google Shape;531;p19"/>
            <p:cNvSpPr/>
            <p:nvPr/>
          </p:nvSpPr>
          <p:spPr>
            <a:xfrm>
              <a:off x="5923974" y="-388117"/>
              <a:ext cx="1175229" cy="1175184"/>
            </a:xfrm>
            <a:custGeom>
              <a:avLst/>
              <a:gdLst/>
              <a:ahLst/>
              <a:cxnLst/>
              <a:rect l="l" t="t" r="r" b="b"/>
              <a:pathLst>
                <a:path w="25959" h="25958" fill="none" extrusionOk="0">
                  <a:moveTo>
                    <a:pt x="25958" y="12979"/>
                  </a:moveTo>
                  <a:cubicBezTo>
                    <a:pt x="25958" y="20152"/>
                    <a:pt x="20153" y="25958"/>
                    <a:pt x="12979" y="25958"/>
                  </a:cubicBezTo>
                  <a:cubicBezTo>
                    <a:pt x="5806" y="25958"/>
                    <a:pt x="1" y="20152"/>
                    <a:pt x="1" y="12979"/>
                  </a:cubicBezTo>
                  <a:cubicBezTo>
                    <a:pt x="1" y="5806"/>
                    <a:pt x="5806" y="0"/>
                    <a:pt x="12979" y="0"/>
                  </a:cubicBezTo>
                  <a:cubicBezTo>
                    <a:pt x="20153" y="0"/>
                    <a:pt x="25958" y="5806"/>
                    <a:pt x="25958" y="129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9"/>
            <p:cNvSpPr/>
            <p:nvPr/>
          </p:nvSpPr>
          <p:spPr>
            <a:xfrm>
              <a:off x="5840039" y="-472098"/>
              <a:ext cx="1343099" cy="1343145"/>
            </a:xfrm>
            <a:custGeom>
              <a:avLst/>
              <a:gdLst/>
              <a:ahLst/>
              <a:cxnLst/>
              <a:rect l="l" t="t" r="r" b="b"/>
              <a:pathLst>
                <a:path w="29667" h="29668" fill="none" extrusionOk="0">
                  <a:moveTo>
                    <a:pt x="29667" y="14834"/>
                  </a:moveTo>
                  <a:cubicBezTo>
                    <a:pt x="29667" y="23041"/>
                    <a:pt x="23040" y="29667"/>
                    <a:pt x="14833" y="29667"/>
                  </a:cubicBezTo>
                  <a:cubicBezTo>
                    <a:pt x="6627" y="29667"/>
                    <a:pt x="0" y="23041"/>
                    <a:pt x="0" y="14834"/>
                  </a:cubicBezTo>
                  <a:cubicBezTo>
                    <a:pt x="0" y="6627"/>
                    <a:pt x="6627" y="1"/>
                    <a:pt x="14833" y="1"/>
                  </a:cubicBezTo>
                  <a:cubicBezTo>
                    <a:pt x="23040" y="1"/>
                    <a:pt x="29667" y="6627"/>
                    <a:pt x="29667" y="148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9"/>
            <p:cNvSpPr/>
            <p:nvPr/>
          </p:nvSpPr>
          <p:spPr>
            <a:xfrm>
              <a:off x="5165750" y="-1146341"/>
              <a:ext cx="2691676" cy="2691631"/>
            </a:xfrm>
            <a:custGeom>
              <a:avLst/>
              <a:gdLst/>
              <a:ahLst/>
              <a:cxnLst/>
              <a:rect l="l" t="t" r="r" b="b"/>
              <a:pathLst>
                <a:path w="59455" h="59454" fill="none" extrusionOk="0">
                  <a:moveTo>
                    <a:pt x="59454" y="29727"/>
                  </a:moveTo>
                  <a:cubicBezTo>
                    <a:pt x="59454" y="46141"/>
                    <a:pt x="46141" y="59454"/>
                    <a:pt x="29727" y="59454"/>
                  </a:cubicBezTo>
                  <a:cubicBezTo>
                    <a:pt x="13314" y="59454"/>
                    <a:pt x="0" y="46141"/>
                    <a:pt x="0" y="29727"/>
                  </a:cubicBezTo>
                  <a:cubicBezTo>
                    <a:pt x="0" y="13313"/>
                    <a:pt x="13314" y="0"/>
                    <a:pt x="29727" y="0"/>
                  </a:cubicBezTo>
                  <a:cubicBezTo>
                    <a:pt x="46141" y="0"/>
                    <a:pt x="59454" y="13313"/>
                    <a:pt x="59454" y="297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9"/>
            <p:cNvSpPr/>
            <p:nvPr/>
          </p:nvSpPr>
          <p:spPr>
            <a:xfrm>
              <a:off x="5286854" y="-1025282"/>
              <a:ext cx="2449469" cy="2449514"/>
            </a:xfrm>
            <a:custGeom>
              <a:avLst/>
              <a:gdLst/>
              <a:ahLst/>
              <a:cxnLst/>
              <a:rect l="l" t="t" r="r" b="b"/>
              <a:pathLst>
                <a:path w="54105" h="54106" fill="none" extrusionOk="0">
                  <a:moveTo>
                    <a:pt x="54105" y="27053"/>
                  </a:moveTo>
                  <a:cubicBezTo>
                    <a:pt x="54105" y="41977"/>
                    <a:pt x="41977" y="54105"/>
                    <a:pt x="27052" y="54105"/>
                  </a:cubicBezTo>
                  <a:cubicBezTo>
                    <a:pt x="12128" y="54105"/>
                    <a:pt x="0" y="41977"/>
                    <a:pt x="0" y="27053"/>
                  </a:cubicBezTo>
                  <a:cubicBezTo>
                    <a:pt x="0" y="12129"/>
                    <a:pt x="12128" y="1"/>
                    <a:pt x="27052" y="1"/>
                  </a:cubicBezTo>
                  <a:cubicBezTo>
                    <a:pt x="41977" y="1"/>
                    <a:pt x="54105" y="12129"/>
                    <a:pt x="54105" y="270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9"/>
            <p:cNvSpPr/>
            <p:nvPr/>
          </p:nvSpPr>
          <p:spPr>
            <a:xfrm>
              <a:off x="5406555" y="-905537"/>
              <a:ext cx="2210068" cy="2210022"/>
            </a:xfrm>
            <a:custGeom>
              <a:avLst/>
              <a:gdLst/>
              <a:ahLst/>
              <a:cxnLst/>
              <a:rect l="l" t="t" r="r" b="b"/>
              <a:pathLst>
                <a:path w="48817" h="48816" fill="none" extrusionOk="0">
                  <a:moveTo>
                    <a:pt x="48816" y="24408"/>
                  </a:moveTo>
                  <a:cubicBezTo>
                    <a:pt x="48816" y="37873"/>
                    <a:pt x="37904" y="48816"/>
                    <a:pt x="24408" y="48816"/>
                  </a:cubicBezTo>
                  <a:cubicBezTo>
                    <a:pt x="10943" y="48816"/>
                    <a:pt x="1" y="37873"/>
                    <a:pt x="1" y="24408"/>
                  </a:cubicBezTo>
                  <a:cubicBezTo>
                    <a:pt x="1" y="10943"/>
                    <a:pt x="10943" y="0"/>
                    <a:pt x="24408" y="0"/>
                  </a:cubicBezTo>
                  <a:cubicBezTo>
                    <a:pt x="37904" y="0"/>
                    <a:pt x="48816" y="10943"/>
                    <a:pt x="48816" y="244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9"/>
            <p:cNvSpPr/>
            <p:nvPr/>
          </p:nvSpPr>
          <p:spPr>
            <a:xfrm>
              <a:off x="5523539" y="-788598"/>
              <a:ext cx="1976099" cy="1976145"/>
            </a:xfrm>
            <a:custGeom>
              <a:avLst/>
              <a:gdLst/>
              <a:ahLst/>
              <a:cxnLst/>
              <a:rect l="l" t="t" r="r" b="b"/>
              <a:pathLst>
                <a:path w="43649" h="43650" fill="none" extrusionOk="0">
                  <a:moveTo>
                    <a:pt x="43649" y="21825"/>
                  </a:moveTo>
                  <a:cubicBezTo>
                    <a:pt x="43649" y="33892"/>
                    <a:pt x="33892" y="43649"/>
                    <a:pt x="21824" y="43649"/>
                  </a:cubicBezTo>
                  <a:cubicBezTo>
                    <a:pt x="9757" y="43649"/>
                    <a:pt x="0" y="33892"/>
                    <a:pt x="0" y="21825"/>
                  </a:cubicBezTo>
                  <a:cubicBezTo>
                    <a:pt x="0" y="9758"/>
                    <a:pt x="9757" y="1"/>
                    <a:pt x="21824" y="1"/>
                  </a:cubicBezTo>
                  <a:cubicBezTo>
                    <a:pt x="33892" y="1"/>
                    <a:pt x="43649" y="9758"/>
                    <a:pt x="43649" y="218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9"/>
            <p:cNvSpPr/>
            <p:nvPr/>
          </p:nvSpPr>
          <p:spPr>
            <a:xfrm>
              <a:off x="5635000" y="-677092"/>
              <a:ext cx="1753178" cy="1753132"/>
            </a:xfrm>
            <a:custGeom>
              <a:avLst/>
              <a:gdLst/>
              <a:ahLst/>
              <a:cxnLst/>
              <a:rect l="l" t="t" r="r" b="b"/>
              <a:pathLst>
                <a:path w="38725" h="38724" fill="none" extrusionOk="0">
                  <a:moveTo>
                    <a:pt x="38725" y="19362"/>
                  </a:moveTo>
                  <a:cubicBezTo>
                    <a:pt x="38725" y="30061"/>
                    <a:pt x="30062" y="38724"/>
                    <a:pt x="19362" y="38724"/>
                  </a:cubicBezTo>
                  <a:cubicBezTo>
                    <a:pt x="8663" y="38724"/>
                    <a:pt x="0" y="30061"/>
                    <a:pt x="0" y="19362"/>
                  </a:cubicBezTo>
                  <a:cubicBezTo>
                    <a:pt x="0" y="8663"/>
                    <a:pt x="8663" y="0"/>
                    <a:pt x="19362" y="0"/>
                  </a:cubicBezTo>
                  <a:cubicBezTo>
                    <a:pt x="30062" y="0"/>
                    <a:pt x="38725" y="8663"/>
                    <a:pt x="38725" y="193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9"/>
            <p:cNvSpPr/>
            <p:nvPr/>
          </p:nvSpPr>
          <p:spPr>
            <a:xfrm>
              <a:off x="5742341" y="-569796"/>
              <a:ext cx="1538495" cy="1538541"/>
            </a:xfrm>
            <a:custGeom>
              <a:avLst/>
              <a:gdLst/>
              <a:ahLst/>
              <a:cxnLst/>
              <a:rect l="l" t="t" r="r" b="b"/>
              <a:pathLst>
                <a:path w="33983" h="33984" fill="none" extrusionOk="0">
                  <a:moveTo>
                    <a:pt x="33983" y="16992"/>
                  </a:moveTo>
                  <a:cubicBezTo>
                    <a:pt x="33983" y="26384"/>
                    <a:pt x="26384" y="33983"/>
                    <a:pt x="16991" y="33983"/>
                  </a:cubicBezTo>
                  <a:cubicBezTo>
                    <a:pt x="7599" y="33983"/>
                    <a:pt x="0" y="26384"/>
                    <a:pt x="0" y="16992"/>
                  </a:cubicBezTo>
                  <a:cubicBezTo>
                    <a:pt x="0" y="7600"/>
                    <a:pt x="7599" y="1"/>
                    <a:pt x="16991" y="1"/>
                  </a:cubicBezTo>
                  <a:cubicBezTo>
                    <a:pt x="26384" y="1"/>
                    <a:pt x="33983" y="7600"/>
                    <a:pt x="33983" y="169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9"/>
            <p:cNvSpPr/>
            <p:nvPr/>
          </p:nvSpPr>
          <p:spPr>
            <a:xfrm>
              <a:off x="5842801" y="-387936"/>
              <a:ext cx="1337576" cy="1174821"/>
            </a:xfrm>
            <a:custGeom>
              <a:avLst/>
              <a:gdLst/>
              <a:ahLst/>
              <a:cxnLst/>
              <a:rect l="l" t="t" r="r" b="b"/>
              <a:pathLst>
                <a:path w="29545" h="25950" extrusionOk="0">
                  <a:moveTo>
                    <a:pt x="14779" y="2030"/>
                  </a:moveTo>
                  <a:cubicBezTo>
                    <a:pt x="19620" y="2030"/>
                    <a:pt x="24049" y="5279"/>
                    <a:pt x="25350" y="10179"/>
                  </a:cubicBezTo>
                  <a:cubicBezTo>
                    <a:pt x="26900" y="16015"/>
                    <a:pt x="23405" y="22002"/>
                    <a:pt x="17569" y="23553"/>
                  </a:cubicBezTo>
                  <a:cubicBezTo>
                    <a:pt x="16632" y="23801"/>
                    <a:pt x="15691" y="23920"/>
                    <a:pt x="14766" y="23920"/>
                  </a:cubicBezTo>
                  <a:cubicBezTo>
                    <a:pt x="9925" y="23920"/>
                    <a:pt x="5496" y="20671"/>
                    <a:pt x="4195" y="15771"/>
                  </a:cubicBezTo>
                  <a:cubicBezTo>
                    <a:pt x="2645" y="9935"/>
                    <a:pt x="6140" y="3948"/>
                    <a:pt x="11976" y="2397"/>
                  </a:cubicBezTo>
                  <a:cubicBezTo>
                    <a:pt x="12913" y="2149"/>
                    <a:pt x="13854" y="2030"/>
                    <a:pt x="14779" y="2030"/>
                  </a:cubicBezTo>
                  <a:close/>
                  <a:moveTo>
                    <a:pt x="14795" y="0"/>
                  </a:moveTo>
                  <a:cubicBezTo>
                    <a:pt x="10589" y="0"/>
                    <a:pt x="6465" y="2041"/>
                    <a:pt x="3952" y="5802"/>
                  </a:cubicBezTo>
                  <a:cubicBezTo>
                    <a:pt x="0" y="11790"/>
                    <a:pt x="1642" y="19814"/>
                    <a:pt x="7599" y="23796"/>
                  </a:cubicBezTo>
                  <a:cubicBezTo>
                    <a:pt x="9807" y="25253"/>
                    <a:pt x="12297" y="25950"/>
                    <a:pt x="14758" y="25950"/>
                  </a:cubicBezTo>
                  <a:cubicBezTo>
                    <a:pt x="18970" y="25950"/>
                    <a:pt x="23099" y="23909"/>
                    <a:pt x="25593" y="20148"/>
                  </a:cubicBezTo>
                  <a:cubicBezTo>
                    <a:pt x="29545" y="14160"/>
                    <a:pt x="27903" y="6136"/>
                    <a:pt x="21946" y="2154"/>
                  </a:cubicBezTo>
                  <a:cubicBezTo>
                    <a:pt x="19738" y="697"/>
                    <a:pt x="17252" y="0"/>
                    <a:pt x="147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9"/>
          <p:cNvGrpSpPr/>
          <p:nvPr/>
        </p:nvGrpSpPr>
        <p:grpSpPr>
          <a:xfrm>
            <a:off x="8430782" y="539079"/>
            <a:ext cx="2471175" cy="2747975"/>
            <a:chOff x="7398357" y="-662077"/>
            <a:chExt cx="2471175" cy="2747975"/>
          </a:xfrm>
        </p:grpSpPr>
        <p:sp>
          <p:nvSpPr>
            <p:cNvPr id="541" name="Google Shape;541;p19"/>
            <p:cNvSpPr/>
            <p:nvPr/>
          </p:nvSpPr>
          <p:spPr>
            <a:xfrm rot="-5400000">
              <a:off x="7370982" y="-634702"/>
              <a:ext cx="2525925" cy="2471175"/>
            </a:xfrm>
            <a:custGeom>
              <a:avLst/>
              <a:gdLst/>
              <a:ahLst/>
              <a:cxnLst/>
              <a:rect l="l" t="t" r="r" b="b"/>
              <a:pathLst>
                <a:path w="101037" h="98847" extrusionOk="0">
                  <a:moveTo>
                    <a:pt x="12296" y="1"/>
                  </a:moveTo>
                  <a:cubicBezTo>
                    <a:pt x="9431" y="1"/>
                    <a:pt x="6566" y="1095"/>
                    <a:pt x="4378" y="3283"/>
                  </a:cubicBezTo>
                  <a:cubicBezTo>
                    <a:pt x="1" y="7660"/>
                    <a:pt x="1" y="14773"/>
                    <a:pt x="4378" y="19150"/>
                  </a:cubicBezTo>
                  <a:lnTo>
                    <a:pt x="80823" y="95564"/>
                  </a:lnTo>
                  <a:cubicBezTo>
                    <a:pt x="83011" y="97753"/>
                    <a:pt x="85876" y="98847"/>
                    <a:pt x="88741" y="98847"/>
                  </a:cubicBezTo>
                  <a:cubicBezTo>
                    <a:pt x="91606" y="98847"/>
                    <a:pt x="94471" y="97753"/>
                    <a:pt x="96659" y="95564"/>
                  </a:cubicBezTo>
                  <a:cubicBezTo>
                    <a:pt x="101036" y="91187"/>
                    <a:pt x="101036" y="84105"/>
                    <a:pt x="96659" y="79728"/>
                  </a:cubicBezTo>
                  <a:lnTo>
                    <a:pt x="20214" y="3283"/>
                  </a:lnTo>
                  <a:cubicBezTo>
                    <a:pt x="18025" y="1095"/>
                    <a:pt x="15161" y="1"/>
                    <a:pt x="122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9"/>
            <p:cNvSpPr/>
            <p:nvPr/>
          </p:nvSpPr>
          <p:spPr>
            <a:xfrm rot="-5400000">
              <a:off x="7569882" y="-202877"/>
              <a:ext cx="1193050" cy="1192300"/>
            </a:xfrm>
            <a:custGeom>
              <a:avLst/>
              <a:gdLst/>
              <a:ahLst/>
              <a:cxnLst/>
              <a:rect l="l" t="t" r="r" b="b"/>
              <a:pathLst>
                <a:path w="47722" h="47692" fill="none" extrusionOk="0">
                  <a:moveTo>
                    <a:pt x="44591" y="44591"/>
                  </a:moveTo>
                  <a:lnTo>
                    <a:pt x="44591" y="44591"/>
                  </a:lnTo>
                  <a:cubicBezTo>
                    <a:pt x="47722" y="41491"/>
                    <a:pt x="47722" y="36445"/>
                    <a:pt x="44591" y="33345"/>
                  </a:cubicBezTo>
                  <a:lnTo>
                    <a:pt x="14348" y="3101"/>
                  </a:lnTo>
                  <a:cubicBezTo>
                    <a:pt x="11247" y="1"/>
                    <a:pt x="6201" y="1"/>
                    <a:pt x="3101" y="3101"/>
                  </a:cubicBezTo>
                  <a:lnTo>
                    <a:pt x="3101" y="3101"/>
                  </a:lnTo>
                  <a:cubicBezTo>
                    <a:pt x="1" y="6201"/>
                    <a:pt x="1" y="11217"/>
                    <a:pt x="3101" y="14347"/>
                  </a:cubicBezTo>
                  <a:lnTo>
                    <a:pt x="33375" y="44591"/>
                  </a:lnTo>
                  <a:cubicBezTo>
                    <a:pt x="36476" y="47691"/>
                    <a:pt x="41491" y="47691"/>
                    <a:pt x="44591" y="4459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9"/>
            <p:cNvSpPr/>
            <p:nvPr/>
          </p:nvSpPr>
          <p:spPr>
            <a:xfrm rot="-5400000">
              <a:off x="7937707" y="408023"/>
              <a:ext cx="1677875" cy="1677875"/>
            </a:xfrm>
            <a:custGeom>
              <a:avLst/>
              <a:gdLst/>
              <a:ahLst/>
              <a:cxnLst/>
              <a:rect l="l" t="t" r="r" b="b"/>
              <a:pathLst>
                <a:path w="67115" h="67115" fill="none" extrusionOk="0">
                  <a:moveTo>
                    <a:pt x="64318" y="64287"/>
                  </a:moveTo>
                  <a:lnTo>
                    <a:pt x="64318" y="64287"/>
                  </a:lnTo>
                  <a:cubicBezTo>
                    <a:pt x="67114" y="61491"/>
                    <a:pt x="67114" y="56962"/>
                    <a:pt x="64318" y="54166"/>
                  </a:cubicBezTo>
                  <a:lnTo>
                    <a:pt x="12949" y="2797"/>
                  </a:lnTo>
                  <a:cubicBezTo>
                    <a:pt x="10153" y="1"/>
                    <a:pt x="5624" y="1"/>
                    <a:pt x="2797" y="2797"/>
                  </a:cubicBezTo>
                  <a:lnTo>
                    <a:pt x="2797" y="2797"/>
                  </a:lnTo>
                  <a:cubicBezTo>
                    <a:pt x="1" y="5593"/>
                    <a:pt x="1" y="10122"/>
                    <a:pt x="2797" y="12919"/>
                  </a:cubicBezTo>
                  <a:lnTo>
                    <a:pt x="54166" y="64287"/>
                  </a:lnTo>
                  <a:cubicBezTo>
                    <a:pt x="56993" y="67114"/>
                    <a:pt x="61522" y="67114"/>
                    <a:pt x="64318" y="64287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9"/>
            <p:cNvSpPr/>
            <p:nvPr/>
          </p:nvSpPr>
          <p:spPr>
            <a:xfrm rot="-5400000">
              <a:off x="8047894" y="289485"/>
              <a:ext cx="1309325" cy="1274350"/>
            </a:xfrm>
            <a:custGeom>
              <a:avLst/>
              <a:gdLst/>
              <a:ahLst/>
              <a:cxnLst/>
              <a:rect l="l" t="t" r="r" b="b"/>
              <a:pathLst>
                <a:path w="52373" h="50974" extrusionOk="0">
                  <a:moveTo>
                    <a:pt x="7884" y="0"/>
                  </a:moveTo>
                  <a:cubicBezTo>
                    <a:pt x="6049" y="0"/>
                    <a:pt x="4210" y="699"/>
                    <a:pt x="2797" y="2097"/>
                  </a:cubicBezTo>
                  <a:cubicBezTo>
                    <a:pt x="0" y="4894"/>
                    <a:pt x="0" y="9453"/>
                    <a:pt x="2797" y="12250"/>
                  </a:cubicBezTo>
                  <a:lnTo>
                    <a:pt x="39424" y="48876"/>
                  </a:lnTo>
                  <a:cubicBezTo>
                    <a:pt x="40822" y="50274"/>
                    <a:pt x="42661" y="50973"/>
                    <a:pt x="44500" y="50973"/>
                  </a:cubicBezTo>
                  <a:cubicBezTo>
                    <a:pt x="46339" y="50973"/>
                    <a:pt x="48178" y="50274"/>
                    <a:pt x="49576" y="48876"/>
                  </a:cubicBezTo>
                  <a:cubicBezTo>
                    <a:pt x="52372" y="46049"/>
                    <a:pt x="52372" y="41520"/>
                    <a:pt x="49576" y="38724"/>
                  </a:cubicBezTo>
                  <a:lnTo>
                    <a:pt x="12949" y="2097"/>
                  </a:lnTo>
                  <a:cubicBezTo>
                    <a:pt x="11551" y="699"/>
                    <a:pt x="9719" y="0"/>
                    <a:pt x="7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9"/>
            <p:cNvSpPr/>
            <p:nvPr/>
          </p:nvSpPr>
          <p:spPr>
            <a:xfrm rot="-5400000">
              <a:off x="7513119" y="-490540"/>
              <a:ext cx="1827575" cy="1809500"/>
            </a:xfrm>
            <a:custGeom>
              <a:avLst/>
              <a:gdLst/>
              <a:ahLst/>
              <a:cxnLst/>
              <a:rect l="l" t="t" r="r" b="b"/>
              <a:pathLst>
                <a:path w="73103" h="72380" extrusionOk="0">
                  <a:moveTo>
                    <a:pt x="4089" y="0"/>
                  </a:moveTo>
                  <a:cubicBezTo>
                    <a:pt x="3139" y="0"/>
                    <a:pt x="2189" y="358"/>
                    <a:pt x="1460" y="1072"/>
                  </a:cubicBezTo>
                  <a:cubicBezTo>
                    <a:pt x="1" y="2531"/>
                    <a:pt x="1" y="4871"/>
                    <a:pt x="1460" y="6330"/>
                  </a:cubicBezTo>
                  <a:lnTo>
                    <a:pt x="66415" y="71286"/>
                  </a:lnTo>
                  <a:cubicBezTo>
                    <a:pt x="67130" y="72015"/>
                    <a:pt x="68080" y="72380"/>
                    <a:pt x="69033" y="72380"/>
                  </a:cubicBezTo>
                  <a:cubicBezTo>
                    <a:pt x="69987" y="72380"/>
                    <a:pt x="70944" y="72015"/>
                    <a:pt x="71674" y="71286"/>
                  </a:cubicBezTo>
                  <a:cubicBezTo>
                    <a:pt x="73103" y="69827"/>
                    <a:pt x="73103" y="67486"/>
                    <a:pt x="71674" y="66027"/>
                  </a:cubicBezTo>
                  <a:lnTo>
                    <a:pt x="6718" y="1072"/>
                  </a:lnTo>
                  <a:cubicBezTo>
                    <a:pt x="5989" y="358"/>
                    <a:pt x="5039" y="0"/>
                    <a:pt x="4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6" name="Google Shape;546;p19"/>
          <p:cNvSpPr txBox="1">
            <a:spLocks noGrp="1"/>
          </p:cNvSpPr>
          <p:nvPr>
            <p:ph type="subTitle" idx="1"/>
          </p:nvPr>
        </p:nvSpPr>
        <p:spPr>
          <a:xfrm>
            <a:off x="1490350" y="2470942"/>
            <a:ext cx="2632200" cy="50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19"/>
          <p:cNvSpPr txBox="1">
            <a:spLocks noGrp="1"/>
          </p:cNvSpPr>
          <p:nvPr>
            <p:ph type="subTitle" idx="2"/>
          </p:nvPr>
        </p:nvSpPr>
        <p:spPr>
          <a:xfrm>
            <a:off x="5021500" y="2470942"/>
            <a:ext cx="2632200" cy="50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8" name="Google Shape;548;p19"/>
          <p:cNvSpPr txBox="1">
            <a:spLocks noGrp="1"/>
          </p:cNvSpPr>
          <p:nvPr>
            <p:ph type="subTitle" idx="3"/>
          </p:nvPr>
        </p:nvSpPr>
        <p:spPr>
          <a:xfrm>
            <a:off x="1490350" y="2841412"/>
            <a:ext cx="26322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9" name="Google Shape;549;p19"/>
          <p:cNvSpPr txBox="1">
            <a:spLocks noGrp="1"/>
          </p:cNvSpPr>
          <p:nvPr>
            <p:ph type="subTitle" idx="4"/>
          </p:nvPr>
        </p:nvSpPr>
        <p:spPr>
          <a:xfrm>
            <a:off x="5021501" y="2841412"/>
            <a:ext cx="2632200" cy="11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19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23"/>
          <p:cNvGrpSpPr/>
          <p:nvPr/>
        </p:nvGrpSpPr>
        <p:grpSpPr>
          <a:xfrm flipH="1">
            <a:off x="2327254" y="4599425"/>
            <a:ext cx="4489475" cy="193775"/>
            <a:chOff x="1784500" y="1867350"/>
            <a:chExt cx="4489475" cy="193775"/>
          </a:xfrm>
        </p:grpSpPr>
        <p:sp>
          <p:nvSpPr>
            <p:cNvPr id="636" name="Google Shape;636;p23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3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3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3"/>
          <p:cNvGrpSpPr/>
          <p:nvPr/>
        </p:nvGrpSpPr>
        <p:grpSpPr>
          <a:xfrm rot="10800000" flipH="1">
            <a:off x="7381130" y="-502690"/>
            <a:ext cx="3382300" cy="1993950"/>
            <a:chOff x="1317925" y="2802775"/>
            <a:chExt cx="3382300" cy="1993950"/>
          </a:xfrm>
        </p:grpSpPr>
        <p:sp>
          <p:nvSpPr>
            <p:cNvPr id="640" name="Google Shape;640;p23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3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3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3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3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3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3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3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3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3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3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2" name="Google Shape;652;p23"/>
          <p:cNvGrpSpPr/>
          <p:nvPr/>
        </p:nvGrpSpPr>
        <p:grpSpPr>
          <a:xfrm>
            <a:off x="-1021726" y="1704275"/>
            <a:ext cx="1734954" cy="1734954"/>
            <a:chOff x="6340050" y="754850"/>
            <a:chExt cx="1595800" cy="1595800"/>
          </a:xfrm>
        </p:grpSpPr>
        <p:sp>
          <p:nvSpPr>
            <p:cNvPr id="653" name="Google Shape;653;p23"/>
            <p:cNvSpPr/>
            <p:nvPr/>
          </p:nvSpPr>
          <p:spPr>
            <a:xfrm>
              <a:off x="6517100" y="931925"/>
              <a:ext cx="1240925" cy="1241675"/>
            </a:xfrm>
            <a:custGeom>
              <a:avLst/>
              <a:gdLst/>
              <a:ahLst/>
              <a:cxnLst/>
              <a:rect l="l" t="t" r="r" b="b"/>
              <a:pathLst>
                <a:path w="49637" h="49667" extrusionOk="0">
                  <a:moveTo>
                    <a:pt x="24834" y="16870"/>
                  </a:moveTo>
                  <a:cubicBezTo>
                    <a:pt x="29211" y="16870"/>
                    <a:pt x="32798" y="20426"/>
                    <a:pt x="32798" y="24833"/>
                  </a:cubicBezTo>
                  <a:cubicBezTo>
                    <a:pt x="32798" y="29241"/>
                    <a:pt x="29211" y="32797"/>
                    <a:pt x="24834" y="32797"/>
                  </a:cubicBezTo>
                  <a:cubicBezTo>
                    <a:pt x="20427" y="32797"/>
                    <a:pt x="16840" y="29241"/>
                    <a:pt x="16840" y="24833"/>
                  </a:cubicBezTo>
                  <a:cubicBezTo>
                    <a:pt x="16840" y="20426"/>
                    <a:pt x="20427" y="16870"/>
                    <a:pt x="24834" y="16870"/>
                  </a:cubicBezTo>
                  <a:close/>
                  <a:moveTo>
                    <a:pt x="24834" y="0"/>
                  </a:moveTo>
                  <a:cubicBezTo>
                    <a:pt x="11095" y="0"/>
                    <a:pt x="1" y="11125"/>
                    <a:pt x="1" y="24833"/>
                  </a:cubicBezTo>
                  <a:cubicBezTo>
                    <a:pt x="1" y="38542"/>
                    <a:pt x="11126" y="49666"/>
                    <a:pt x="24834" y="49666"/>
                  </a:cubicBezTo>
                  <a:cubicBezTo>
                    <a:pt x="38542" y="49666"/>
                    <a:pt x="49637" y="38542"/>
                    <a:pt x="49637" y="24833"/>
                  </a:cubicBezTo>
                  <a:cubicBezTo>
                    <a:pt x="49637" y="11125"/>
                    <a:pt x="38542" y="0"/>
                    <a:pt x="24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6340050" y="754850"/>
              <a:ext cx="1595800" cy="1595800"/>
            </a:xfrm>
            <a:custGeom>
              <a:avLst/>
              <a:gdLst/>
              <a:ahLst/>
              <a:cxnLst/>
              <a:rect l="l" t="t" r="r" b="b"/>
              <a:pathLst>
                <a:path w="63832" h="63832" fill="none" extrusionOk="0">
                  <a:moveTo>
                    <a:pt x="31916" y="1"/>
                  </a:moveTo>
                  <a:cubicBezTo>
                    <a:pt x="14286" y="1"/>
                    <a:pt x="0" y="14287"/>
                    <a:pt x="0" y="31916"/>
                  </a:cubicBezTo>
                  <a:cubicBezTo>
                    <a:pt x="0" y="49546"/>
                    <a:pt x="14286" y="63832"/>
                    <a:pt x="31916" y="63832"/>
                  </a:cubicBezTo>
                  <a:cubicBezTo>
                    <a:pt x="49515" y="63832"/>
                    <a:pt x="63831" y="49546"/>
                    <a:pt x="63831" y="31916"/>
                  </a:cubicBezTo>
                  <a:cubicBezTo>
                    <a:pt x="63831" y="14287"/>
                    <a:pt x="49515" y="1"/>
                    <a:pt x="31916" y="1"/>
                  </a:cubicBez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3"/>
            <p:cNvSpPr/>
            <p:nvPr/>
          </p:nvSpPr>
          <p:spPr>
            <a:xfrm>
              <a:off x="6781550" y="1196350"/>
              <a:ext cx="712050" cy="712050"/>
            </a:xfrm>
            <a:custGeom>
              <a:avLst/>
              <a:gdLst/>
              <a:ahLst/>
              <a:cxnLst/>
              <a:rect l="l" t="t" r="r" b="b"/>
              <a:pathLst>
                <a:path w="28482" h="28482" extrusionOk="0">
                  <a:moveTo>
                    <a:pt x="14256" y="9667"/>
                  </a:moveTo>
                  <a:cubicBezTo>
                    <a:pt x="16779" y="9667"/>
                    <a:pt x="18815" y="11733"/>
                    <a:pt x="18815" y="14256"/>
                  </a:cubicBezTo>
                  <a:cubicBezTo>
                    <a:pt x="18815" y="16779"/>
                    <a:pt x="16779" y="18816"/>
                    <a:pt x="14256" y="18816"/>
                  </a:cubicBezTo>
                  <a:cubicBezTo>
                    <a:pt x="11703" y="18816"/>
                    <a:pt x="9666" y="16779"/>
                    <a:pt x="9666" y="14256"/>
                  </a:cubicBezTo>
                  <a:cubicBezTo>
                    <a:pt x="9666" y="11733"/>
                    <a:pt x="11703" y="9667"/>
                    <a:pt x="14256" y="9667"/>
                  </a:cubicBezTo>
                  <a:close/>
                  <a:moveTo>
                    <a:pt x="14256" y="1"/>
                  </a:moveTo>
                  <a:cubicBezTo>
                    <a:pt x="6384" y="1"/>
                    <a:pt x="0" y="6384"/>
                    <a:pt x="0" y="14256"/>
                  </a:cubicBezTo>
                  <a:cubicBezTo>
                    <a:pt x="0" y="22129"/>
                    <a:pt x="6384" y="28481"/>
                    <a:pt x="14256" y="28481"/>
                  </a:cubicBezTo>
                  <a:cubicBezTo>
                    <a:pt x="22098" y="28481"/>
                    <a:pt x="28481" y="22129"/>
                    <a:pt x="28481" y="14256"/>
                  </a:cubicBezTo>
                  <a:cubicBezTo>
                    <a:pt x="28481" y="6384"/>
                    <a:pt x="22098" y="1"/>
                    <a:pt x="142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23"/>
          <p:cNvSpPr txBox="1">
            <a:spLocks noGrp="1"/>
          </p:cNvSpPr>
          <p:nvPr>
            <p:ph type="subTitle" idx="1"/>
          </p:nvPr>
        </p:nvSpPr>
        <p:spPr>
          <a:xfrm>
            <a:off x="1235850" y="2511050"/>
            <a:ext cx="19143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57" name="Google Shape;657;p23"/>
          <p:cNvSpPr txBox="1">
            <a:spLocks noGrp="1"/>
          </p:cNvSpPr>
          <p:nvPr>
            <p:ph type="subTitle" idx="2"/>
          </p:nvPr>
        </p:nvSpPr>
        <p:spPr>
          <a:xfrm>
            <a:off x="1235850" y="2881226"/>
            <a:ext cx="1914300" cy="11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8" name="Google Shape;658;p23"/>
          <p:cNvSpPr txBox="1">
            <a:spLocks noGrp="1"/>
          </p:cNvSpPr>
          <p:nvPr>
            <p:ph type="subTitle" idx="3"/>
          </p:nvPr>
        </p:nvSpPr>
        <p:spPr>
          <a:xfrm>
            <a:off x="3614850" y="2881225"/>
            <a:ext cx="1914300" cy="11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9" name="Google Shape;659;p23"/>
          <p:cNvSpPr txBox="1">
            <a:spLocks noGrp="1"/>
          </p:cNvSpPr>
          <p:nvPr>
            <p:ph type="subTitle" idx="4"/>
          </p:nvPr>
        </p:nvSpPr>
        <p:spPr>
          <a:xfrm>
            <a:off x="5993850" y="2881225"/>
            <a:ext cx="1914300" cy="11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0" name="Google Shape;660;p23"/>
          <p:cNvSpPr txBox="1">
            <a:spLocks noGrp="1"/>
          </p:cNvSpPr>
          <p:nvPr>
            <p:ph type="subTitle" idx="5"/>
          </p:nvPr>
        </p:nvSpPr>
        <p:spPr>
          <a:xfrm>
            <a:off x="3614850" y="2511050"/>
            <a:ext cx="19143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1" name="Google Shape;661;p23"/>
          <p:cNvSpPr txBox="1">
            <a:spLocks noGrp="1"/>
          </p:cNvSpPr>
          <p:nvPr>
            <p:ph type="subTitle" idx="6"/>
          </p:nvPr>
        </p:nvSpPr>
        <p:spPr>
          <a:xfrm>
            <a:off x="5993850" y="2511050"/>
            <a:ext cx="1914300" cy="50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62" name="Google Shape;662;p23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4"/>
          <p:cNvSpPr/>
          <p:nvPr/>
        </p:nvSpPr>
        <p:spPr>
          <a:xfrm>
            <a:off x="-11563" y="4649350"/>
            <a:ext cx="3447249" cy="494158"/>
          </a:xfrm>
          <a:custGeom>
            <a:avLst/>
            <a:gdLst/>
            <a:ahLst/>
            <a:cxnLst/>
            <a:rect l="l" t="t" r="r" b="b"/>
            <a:pathLst>
              <a:path w="108149" h="15503" extrusionOk="0">
                <a:moveTo>
                  <a:pt x="0" y="0"/>
                </a:moveTo>
                <a:lnTo>
                  <a:pt x="0" y="15502"/>
                </a:lnTo>
                <a:lnTo>
                  <a:pt x="108148" y="15502"/>
                </a:lnTo>
                <a:cubicBezTo>
                  <a:pt x="108148" y="6931"/>
                  <a:pt x="101218" y="0"/>
                  <a:pt x="92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4"/>
          <p:cNvGrpSpPr/>
          <p:nvPr/>
        </p:nvGrpSpPr>
        <p:grpSpPr>
          <a:xfrm flipH="1">
            <a:off x="-1995452" y="407034"/>
            <a:ext cx="2691676" cy="2691631"/>
            <a:chOff x="5165750" y="-1146341"/>
            <a:chExt cx="2691676" cy="2691631"/>
          </a:xfrm>
        </p:grpSpPr>
        <p:sp>
          <p:nvSpPr>
            <p:cNvPr id="666" name="Google Shape;666;p24"/>
            <p:cNvSpPr/>
            <p:nvPr/>
          </p:nvSpPr>
          <p:spPr>
            <a:xfrm>
              <a:off x="5923974" y="-388117"/>
              <a:ext cx="1175229" cy="1175184"/>
            </a:xfrm>
            <a:custGeom>
              <a:avLst/>
              <a:gdLst/>
              <a:ahLst/>
              <a:cxnLst/>
              <a:rect l="l" t="t" r="r" b="b"/>
              <a:pathLst>
                <a:path w="25959" h="25958" fill="none" extrusionOk="0">
                  <a:moveTo>
                    <a:pt x="25958" y="12979"/>
                  </a:moveTo>
                  <a:cubicBezTo>
                    <a:pt x="25958" y="20152"/>
                    <a:pt x="20153" y="25958"/>
                    <a:pt x="12979" y="25958"/>
                  </a:cubicBezTo>
                  <a:cubicBezTo>
                    <a:pt x="5806" y="25958"/>
                    <a:pt x="1" y="20152"/>
                    <a:pt x="1" y="12979"/>
                  </a:cubicBezTo>
                  <a:cubicBezTo>
                    <a:pt x="1" y="5806"/>
                    <a:pt x="5806" y="0"/>
                    <a:pt x="12979" y="0"/>
                  </a:cubicBezTo>
                  <a:cubicBezTo>
                    <a:pt x="20153" y="0"/>
                    <a:pt x="25958" y="5806"/>
                    <a:pt x="25958" y="129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5840039" y="-472098"/>
              <a:ext cx="1343099" cy="1343145"/>
            </a:xfrm>
            <a:custGeom>
              <a:avLst/>
              <a:gdLst/>
              <a:ahLst/>
              <a:cxnLst/>
              <a:rect l="l" t="t" r="r" b="b"/>
              <a:pathLst>
                <a:path w="29667" h="29668" fill="none" extrusionOk="0">
                  <a:moveTo>
                    <a:pt x="29667" y="14834"/>
                  </a:moveTo>
                  <a:cubicBezTo>
                    <a:pt x="29667" y="23041"/>
                    <a:pt x="23040" y="29667"/>
                    <a:pt x="14833" y="29667"/>
                  </a:cubicBezTo>
                  <a:cubicBezTo>
                    <a:pt x="6627" y="29667"/>
                    <a:pt x="0" y="23041"/>
                    <a:pt x="0" y="14834"/>
                  </a:cubicBezTo>
                  <a:cubicBezTo>
                    <a:pt x="0" y="6627"/>
                    <a:pt x="6627" y="1"/>
                    <a:pt x="14833" y="1"/>
                  </a:cubicBezTo>
                  <a:cubicBezTo>
                    <a:pt x="23040" y="1"/>
                    <a:pt x="29667" y="6627"/>
                    <a:pt x="29667" y="148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5165750" y="-1146341"/>
              <a:ext cx="2691676" cy="2691631"/>
            </a:xfrm>
            <a:custGeom>
              <a:avLst/>
              <a:gdLst/>
              <a:ahLst/>
              <a:cxnLst/>
              <a:rect l="l" t="t" r="r" b="b"/>
              <a:pathLst>
                <a:path w="59455" h="59454" fill="none" extrusionOk="0">
                  <a:moveTo>
                    <a:pt x="59454" y="29727"/>
                  </a:moveTo>
                  <a:cubicBezTo>
                    <a:pt x="59454" y="46141"/>
                    <a:pt x="46141" y="59454"/>
                    <a:pt x="29727" y="59454"/>
                  </a:cubicBezTo>
                  <a:cubicBezTo>
                    <a:pt x="13314" y="59454"/>
                    <a:pt x="0" y="46141"/>
                    <a:pt x="0" y="29727"/>
                  </a:cubicBezTo>
                  <a:cubicBezTo>
                    <a:pt x="0" y="13313"/>
                    <a:pt x="13314" y="0"/>
                    <a:pt x="29727" y="0"/>
                  </a:cubicBezTo>
                  <a:cubicBezTo>
                    <a:pt x="46141" y="0"/>
                    <a:pt x="59454" y="13313"/>
                    <a:pt x="59454" y="297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5286854" y="-1025282"/>
              <a:ext cx="2449469" cy="2449514"/>
            </a:xfrm>
            <a:custGeom>
              <a:avLst/>
              <a:gdLst/>
              <a:ahLst/>
              <a:cxnLst/>
              <a:rect l="l" t="t" r="r" b="b"/>
              <a:pathLst>
                <a:path w="54105" h="54106" fill="none" extrusionOk="0">
                  <a:moveTo>
                    <a:pt x="54105" y="27053"/>
                  </a:moveTo>
                  <a:cubicBezTo>
                    <a:pt x="54105" y="41977"/>
                    <a:pt x="41977" y="54105"/>
                    <a:pt x="27052" y="54105"/>
                  </a:cubicBezTo>
                  <a:cubicBezTo>
                    <a:pt x="12128" y="54105"/>
                    <a:pt x="0" y="41977"/>
                    <a:pt x="0" y="27053"/>
                  </a:cubicBezTo>
                  <a:cubicBezTo>
                    <a:pt x="0" y="12129"/>
                    <a:pt x="12128" y="1"/>
                    <a:pt x="27052" y="1"/>
                  </a:cubicBezTo>
                  <a:cubicBezTo>
                    <a:pt x="41977" y="1"/>
                    <a:pt x="54105" y="12129"/>
                    <a:pt x="54105" y="270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5406555" y="-905537"/>
              <a:ext cx="2210068" cy="2210022"/>
            </a:xfrm>
            <a:custGeom>
              <a:avLst/>
              <a:gdLst/>
              <a:ahLst/>
              <a:cxnLst/>
              <a:rect l="l" t="t" r="r" b="b"/>
              <a:pathLst>
                <a:path w="48817" h="48816" fill="none" extrusionOk="0">
                  <a:moveTo>
                    <a:pt x="48816" y="24408"/>
                  </a:moveTo>
                  <a:cubicBezTo>
                    <a:pt x="48816" y="37873"/>
                    <a:pt x="37904" y="48816"/>
                    <a:pt x="24408" y="48816"/>
                  </a:cubicBezTo>
                  <a:cubicBezTo>
                    <a:pt x="10943" y="48816"/>
                    <a:pt x="1" y="37873"/>
                    <a:pt x="1" y="24408"/>
                  </a:cubicBezTo>
                  <a:cubicBezTo>
                    <a:pt x="1" y="10943"/>
                    <a:pt x="10943" y="0"/>
                    <a:pt x="24408" y="0"/>
                  </a:cubicBezTo>
                  <a:cubicBezTo>
                    <a:pt x="37904" y="0"/>
                    <a:pt x="48816" y="10943"/>
                    <a:pt x="48816" y="244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5523539" y="-788598"/>
              <a:ext cx="1976099" cy="1976145"/>
            </a:xfrm>
            <a:custGeom>
              <a:avLst/>
              <a:gdLst/>
              <a:ahLst/>
              <a:cxnLst/>
              <a:rect l="l" t="t" r="r" b="b"/>
              <a:pathLst>
                <a:path w="43649" h="43650" fill="none" extrusionOk="0">
                  <a:moveTo>
                    <a:pt x="43649" y="21825"/>
                  </a:moveTo>
                  <a:cubicBezTo>
                    <a:pt x="43649" y="33892"/>
                    <a:pt x="33892" y="43649"/>
                    <a:pt x="21824" y="43649"/>
                  </a:cubicBezTo>
                  <a:cubicBezTo>
                    <a:pt x="9757" y="43649"/>
                    <a:pt x="0" y="33892"/>
                    <a:pt x="0" y="21825"/>
                  </a:cubicBezTo>
                  <a:cubicBezTo>
                    <a:pt x="0" y="9758"/>
                    <a:pt x="9757" y="1"/>
                    <a:pt x="21824" y="1"/>
                  </a:cubicBezTo>
                  <a:cubicBezTo>
                    <a:pt x="33892" y="1"/>
                    <a:pt x="43649" y="9758"/>
                    <a:pt x="43649" y="218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4"/>
            <p:cNvSpPr/>
            <p:nvPr/>
          </p:nvSpPr>
          <p:spPr>
            <a:xfrm>
              <a:off x="5635000" y="-677092"/>
              <a:ext cx="1753178" cy="1753132"/>
            </a:xfrm>
            <a:custGeom>
              <a:avLst/>
              <a:gdLst/>
              <a:ahLst/>
              <a:cxnLst/>
              <a:rect l="l" t="t" r="r" b="b"/>
              <a:pathLst>
                <a:path w="38725" h="38724" fill="none" extrusionOk="0">
                  <a:moveTo>
                    <a:pt x="38725" y="19362"/>
                  </a:moveTo>
                  <a:cubicBezTo>
                    <a:pt x="38725" y="30061"/>
                    <a:pt x="30062" y="38724"/>
                    <a:pt x="19362" y="38724"/>
                  </a:cubicBezTo>
                  <a:cubicBezTo>
                    <a:pt x="8663" y="38724"/>
                    <a:pt x="0" y="30061"/>
                    <a:pt x="0" y="19362"/>
                  </a:cubicBezTo>
                  <a:cubicBezTo>
                    <a:pt x="0" y="8663"/>
                    <a:pt x="8663" y="0"/>
                    <a:pt x="19362" y="0"/>
                  </a:cubicBezTo>
                  <a:cubicBezTo>
                    <a:pt x="30062" y="0"/>
                    <a:pt x="38725" y="8663"/>
                    <a:pt x="38725" y="193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5742341" y="-569796"/>
              <a:ext cx="1538495" cy="1538541"/>
            </a:xfrm>
            <a:custGeom>
              <a:avLst/>
              <a:gdLst/>
              <a:ahLst/>
              <a:cxnLst/>
              <a:rect l="l" t="t" r="r" b="b"/>
              <a:pathLst>
                <a:path w="33983" h="33984" fill="none" extrusionOk="0">
                  <a:moveTo>
                    <a:pt x="33983" y="16992"/>
                  </a:moveTo>
                  <a:cubicBezTo>
                    <a:pt x="33983" y="26384"/>
                    <a:pt x="26384" y="33983"/>
                    <a:pt x="16991" y="33983"/>
                  </a:cubicBezTo>
                  <a:cubicBezTo>
                    <a:pt x="7599" y="33983"/>
                    <a:pt x="0" y="26384"/>
                    <a:pt x="0" y="16992"/>
                  </a:cubicBezTo>
                  <a:cubicBezTo>
                    <a:pt x="0" y="7600"/>
                    <a:pt x="7599" y="1"/>
                    <a:pt x="16991" y="1"/>
                  </a:cubicBezTo>
                  <a:cubicBezTo>
                    <a:pt x="26384" y="1"/>
                    <a:pt x="33983" y="7600"/>
                    <a:pt x="33983" y="169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5842801" y="-387936"/>
              <a:ext cx="1337576" cy="1174821"/>
            </a:xfrm>
            <a:custGeom>
              <a:avLst/>
              <a:gdLst/>
              <a:ahLst/>
              <a:cxnLst/>
              <a:rect l="l" t="t" r="r" b="b"/>
              <a:pathLst>
                <a:path w="29545" h="25950" extrusionOk="0">
                  <a:moveTo>
                    <a:pt x="14779" y="2030"/>
                  </a:moveTo>
                  <a:cubicBezTo>
                    <a:pt x="19620" y="2030"/>
                    <a:pt x="24049" y="5279"/>
                    <a:pt x="25350" y="10179"/>
                  </a:cubicBezTo>
                  <a:cubicBezTo>
                    <a:pt x="26900" y="16015"/>
                    <a:pt x="23405" y="22002"/>
                    <a:pt x="17569" y="23553"/>
                  </a:cubicBezTo>
                  <a:cubicBezTo>
                    <a:pt x="16632" y="23801"/>
                    <a:pt x="15691" y="23920"/>
                    <a:pt x="14766" y="23920"/>
                  </a:cubicBezTo>
                  <a:cubicBezTo>
                    <a:pt x="9925" y="23920"/>
                    <a:pt x="5496" y="20671"/>
                    <a:pt x="4195" y="15771"/>
                  </a:cubicBezTo>
                  <a:cubicBezTo>
                    <a:pt x="2645" y="9935"/>
                    <a:pt x="6140" y="3948"/>
                    <a:pt x="11976" y="2397"/>
                  </a:cubicBezTo>
                  <a:cubicBezTo>
                    <a:pt x="12913" y="2149"/>
                    <a:pt x="13854" y="2030"/>
                    <a:pt x="14779" y="2030"/>
                  </a:cubicBezTo>
                  <a:close/>
                  <a:moveTo>
                    <a:pt x="14795" y="0"/>
                  </a:moveTo>
                  <a:cubicBezTo>
                    <a:pt x="10589" y="0"/>
                    <a:pt x="6465" y="2041"/>
                    <a:pt x="3952" y="5802"/>
                  </a:cubicBezTo>
                  <a:cubicBezTo>
                    <a:pt x="0" y="11790"/>
                    <a:pt x="1642" y="19814"/>
                    <a:pt x="7599" y="23796"/>
                  </a:cubicBezTo>
                  <a:cubicBezTo>
                    <a:pt x="9807" y="25253"/>
                    <a:pt x="12297" y="25950"/>
                    <a:pt x="14758" y="25950"/>
                  </a:cubicBezTo>
                  <a:cubicBezTo>
                    <a:pt x="18970" y="25950"/>
                    <a:pt x="23099" y="23909"/>
                    <a:pt x="25593" y="20148"/>
                  </a:cubicBezTo>
                  <a:cubicBezTo>
                    <a:pt x="29545" y="14160"/>
                    <a:pt x="27903" y="6136"/>
                    <a:pt x="21946" y="2154"/>
                  </a:cubicBezTo>
                  <a:cubicBezTo>
                    <a:pt x="19738" y="697"/>
                    <a:pt x="17252" y="0"/>
                    <a:pt x="147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" name="Google Shape;675;p24"/>
          <p:cNvGrpSpPr/>
          <p:nvPr/>
        </p:nvGrpSpPr>
        <p:grpSpPr>
          <a:xfrm>
            <a:off x="5628833" y="4828856"/>
            <a:ext cx="2790375" cy="64975"/>
            <a:chOff x="5954300" y="4334988"/>
            <a:chExt cx="2790375" cy="64975"/>
          </a:xfrm>
        </p:grpSpPr>
        <p:sp>
          <p:nvSpPr>
            <p:cNvPr id="676" name="Google Shape;676;p24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4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4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4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4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4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4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4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4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4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4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4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" name="Google Shape;696;p24"/>
          <p:cNvGrpSpPr/>
          <p:nvPr/>
        </p:nvGrpSpPr>
        <p:grpSpPr>
          <a:xfrm flipH="1">
            <a:off x="7841608" y="-320208"/>
            <a:ext cx="1604419" cy="1604360"/>
            <a:chOff x="-74975" y="157600"/>
            <a:chExt cx="1604419" cy="1604360"/>
          </a:xfrm>
        </p:grpSpPr>
        <p:sp>
          <p:nvSpPr>
            <p:cNvPr id="697" name="Google Shape;697;p24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4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4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6" name="Google Shape;706;p24"/>
          <p:cNvSpPr txBox="1">
            <a:spLocks noGrp="1"/>
          </p:cNvSpPr>
          <p:nvPr>
            <p:ph type="subTitle" idx="1"/>
          </p:nvPr>
        </p:nvSpPr>
        <p:spPr>
          <a:xfrm>
            <a:off x="2314613" y="1788875"/>
            <a:ext cx="1891500" cy="46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7" name="Google Shape;707;p24"/>
          <p:cNvSpPr txBox="1">
            <a:spLocks noGrp="1"/>
          </p:cNvSpPr>
          <p:nvPr>
            <p:ph type="subTitle" idx="2"/>
          </p:nvPr>
        </p:nvSpPr>
        <p:spPr>
          <a:xfrm>
            <a:off x="2314613" y="2115203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24"/>
          <p:cNvSpPr txBox="1">
            <a:spLocks noGrp="1"/>
          </p:cNvSpPr>
          <p:nvPr>
            <p:ph type="subTitle" idx="3"/>
          </p:nvPr>
        </p:nvSpPr>
        <p:spPr>
          <a:xfrm>
            <a:off x="4937889" y="2115203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24"/>
          <p:cNvSpPr txBox="1">
            <a:spLocks noGrp="1"/>
          </p:cNvSpPr>
          <p:nvPr>
            <p:ph type="subTitle" idx="4"/>
          </p:nvPr>
        </p:nvSpPr>
        <p:spPr>
          <a:xfrm>
            <a:off x="2314613" y="3415471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24"/>
          <p:cNvSpPr txBox="1">
            <a:spLocks noGrp="1"/>
          </p:cNvSpPr>
          <p:nvPr>
            <p:ph type="subTitle" idx="5"/>
          </p:nvPr>
        </p:nvSpPr>
        <p:spPr>
          <a:xfrm>
            <a:off x="4937889" y="3415471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1" name="Google Shape;711;p24"/>
          <p:cNvSpPr txBox="1">
            <a:spLocks noGrp="1"/>
          </p:cNvSpPr>
          <p:nvPr>
            <p:ph type="subTitle" idx="6"/>
          </p:nvPr>
        </p:nvSpPr>
        <p:spPr>
          <a:xfrm>
            <a:off x="2314613" y="2981693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2" name="Google Shape;712;p24"/>
          <p:cNvSpPr txBox="1">
            <a:spLocks noGrp="1"/>
          </p:cNvSpPr>
          <p:nvPr>
            <p:ph type="subTitle" idx="7"/>
          </p:nvPr>
        </p:nvSpPr>
        <p:spPr>
          <a:xfrm>
            <a:off x="4937887" y="1788875"/>
            <a:ext cx="1891500" cy="46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3" name="Google Shape;713;p24"/>
          <p:cNvSpPr txBox="1">
            <a:spLocks noGrp="1"/>
          </p:cNvSpPr>
          <p:nvPr>
            <p:ph type="subTitle" idx="8"/>
          </p:nvPr>
        </p:nvSpPr>
        <p:spPr>
          <a:xfrm>
            <a:off x="4937887" y="2981693"/>
            <a:ext cx="1891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4" name="Google Shape;714;p24"/>
          <p:cNvSpPr txBox="1">
            <a:spLocks noGrp="1"/>
          </p:cNvSpPr>
          <p:nvPr>
            <p:ph type="title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4" name="Google Shape;1194;p41"/>
          <p:cNvGrpSpPr/>
          <p:nvPr/>
        </p:nvGrpSpPr>
        <p:grpSpPr>
          <a:xfrm>
            <a:off x="8430750" y="1225934"/>
            <a:ext cx="2691676" cy="2691631"/>
            <a:chOff x="5165750" y="-1146341"/>
            <a:chExt cx="2691676" cy="2691631"/>
          </a:xfrm>
        </p:grpSpPr>
        <p:sp>
          <p:nvSpPr>
            <p:cNvPr id="1195" name="Google Shape;1195;p41"/>
            <p:cNvSpPr/>
            <p:nvPr/>
          </p:nvSpPr>
          <p:spPr>
            <a:xfrm>
              <a:off x="5923974" y="-388117"/>
              <a:ext cx="1175229" cy="1175184"/>
            </a:xfrm>
            <a:custGeom>
              <a:avLst/>
              <a:gdLst/>
              <a:ahLst/>
              <a:cxnLst/>
              <a:rect l="l" t="t" r="r" b="b"/>
              <a:pathLst>
                <a:path w="25959" h="25958" fill="none" extrusionOk="0">
                  <a:moveTo>
                    <a:pt x="25958" y="12979"/>
                  </a:moveTo>
                  <a:cubicBezTo>
                    <a:pt x="25958" y="20152"/>
                    <a:pt x="20153" y="25958"/>
                    <a:pt x="12979" y="25958"/>
                  </a:cubicBezTo>
                  <a:cubicBezTo>
                    <a:pt x="5806" y="25958"/>
                    <a:pt x="1" y="20152"/>
                    <a:pt x="1" y="12979"/>
                  </a:cubicBezTo>
                  <a:cubicBezTo>
                    <a:pt x="1" y="5806"/>
                    <a:pt x="5806" y="0"/>
                    <a:pt x="12979" y="0"/>
                  </a:cubicBezTo>
                  <a:cubicBezTo>
                    <a:pt x="20153" y="0"/>
                    <a:pt x="25958" y="5806"/>
                    <a:pt x="25958" y="1297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1"/>
            <p:cNvSpPr/>
            <p:nvPr/>
          </p:nvSpPr>
          <p:spPr>
            <a:xfrm>
              <a:off x="5840039" y="-472098"/>
              <a:ext cx="1343099" cy="1343145"/>
            </a:xfrm>
            <a:custGeom>
              <a:avLst/>
              <a:gdLst/>
              <a:ahLst/>
              <a:cxnLst/>
              <a:rect l="l" t="t" r="r" b="b"/>
              <a:pathLst>
                <a:path w="29667" h="29668" fill="none" extrusionOk="0">
                  <a:moveTo>
                    <a:pt x="29667" y="14834"/>
                  </a:moveTo>
                  <a:cubicBezTo>
                    <a:pt x="29667" y="23041"/>
                    <a:pt x="23040" y="29667"/>
                    <a:pt x="14833" y="29667"/>
                  </a:cubicBezTo>
                  <a:cubicBezTo>
                    <a:pt x="6627" y="29667"/>
                    <a:pt x="0" y="23041"/>
                    <a:pt x="0" y="14834"/>
                  </a:cubicBezTo>
                  <a:cubicBezTo>
                    <a:pt x="0" y="6627"/>
                    <a:pt x="6627" y="1"/>
                    <a:pt x="14833" y="1"/>
                  </a:cubicBezTo>
                  <a:cubicBezTo>
                    <a:pt x="23040" y="1"/>
                    <a:pt x="29667" y="6627"/>
                    <a:pt x="29667" y="1483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1"/>
            <p:cNvSpPr/>
            <p:nvPr/>
          </p:nvSpPr>
          <p:spPr>
            <a:xfrm>
              <a:off x="5165750" y="-1146341"/>
              <a:ext cx="2691676" cy="2691631"/>
            </a:xfrm>
            <a:custGeom>
              <a:avLst/>
              <a:gdLst/>
              <a:ahLst/>
              <a:cxnLst/>
              <a:rect l="l" t="t" r="r" b="b"/>
              <a:pathLst>
                <a:path w="59455" h="59454" fill="none" extrusionOk="0">
                  <a:moveTo>
                    <a:pt x="59454" y="29727"/>
                  </a:moveTo>
                  <a:cubicBezTo>
                    <a:pt x="59454" y="46141"/>
                    <a:pt x="46141" y="59454"/>
                    <a:pt x="29727" y="59454"/>
                  </a:cubicBezTo>
                  <a:cubicBezTo>
                    <a:pt x="13314" y="59454"/>
                    <a:pt x="0" y="46141"/>
                    <a:pt x="0" y="29727"/>
                  </a:cubicBezTo>
                  <a:cubicBezTo>
                    <a:pt x="0" y="13313"/>
                    <a:pt x="13314" y="0"/>
                    <a:pt x="29727" y="0"/>
                  </a:cubicBezTo>
                  <a:cubicBezTo>
                    <a:pt x="46141" y="0"/>
                    <a:pt x="59454" y="13313"/>
                    <a:pt x="59454" y="2972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1"/>
            <p:cNvSpPr/>
            <p:nvPr/>
          </p:nvSpPr>
          <p:spPr>
            <a:xfrm>
              <a:off x="5286854" y="-1025282"/>
              <a:ext cx="2449469" cy="2449514"/>
            </a:xfrm>
            <a:custGeom>
              <a:avLst/>
              <a:gdLst/>
              <a:ahLst/>
              <a:cxnLst/>
              <a:rect l="l" t="t" r="r" b="b"/>
              <a:pathLst>
                <a:path w="54105" h="54106" fill="none" extrusionOk="0">
                  <a:moveTo>
                    <a:pt x="54105" y="27053"/>
                  </a:moveTo>
                  <a:cubicBezTo>
                    <a:pt x="54105" y="41977"/>
                    <a:pt x="41977" y="54105"/>
                    <a:pt x="27052" y="54105"/>
                  </a:cubicBezTo>
                  <a:cubicBezTo>
                    <a:pt x="12128" y="54105"/>
                    <a:pt x="0" y="41977"/>
                    <a:pt x="0" y="27053"/>
                  </a:cubicBezTo>
                  <a:cubicBezTo>
                    <a:pt x="0" y="12129"/>
                    <a:pt x="12128" y="1"/>
                    <a:pt x="27052" y="1"/>
                  </a:cubicBezTo>
                  <a:cubicBezTo>
                    <a:pt x="41977" y="1"/>
                    <a:pt x="54105" y="12129"/>
                    <a:pt x="54105" y="2705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1"/>
            <p:cNvSpPr/>
            <p:nvPr/>
          </p:nvSpPr>
          <p:spPr>
            <a:xfrm>
              <a:off x="5406555" y="-905537"/>
              <a:ext cx="2210068" cy="2210022"/>
            </a:xfrm>
            <a:custGeom>
              <a:avLst/>
              <a:gdLst/>
              <a:ahLst/>
              <a:cxnLst/>
              <a:rect l="l" t="t" r="r" b="b"/>
              <a:pathLst>
                <a:path w="48817" h="48816" fill="none" extrusionOk="0">
                  <a:moveTo>
                    <a:pt x="48816" y="24408"/>
                  </a:moveTo>
                  <a:cubicBezTo>
                    <a:pt x="48816" y="37873"/>
                    <a:pt x="37904" y="48816"/>
                    <a:pt x="24408" y="48816"/>
                  </a:cubicBezTo>
                  <a:cubicBezTo>
                    <a:pt x="10943" y="48816"/>
                    <a:pt x="1" y="37873"/>
                    <a:pt x="1" y="24408"/>
                  </a:cubicBezTo>
                  <a:cubicBezTo>
                    <a:pt x="1" y="10943"/>
                    <a:pt x="10943" y="0"/>
                    <a:pt x="24408" y="0"/>
                  </a:cubicBezTo>
                  <a:cubicBezTo>
                    <a:pt x="37904" y="0"/>
                    <a:pt x="48816" y="10943"/>
                    <a:pt x="48816" y="2440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1"/>
            <p:cNvSpPr/>
            <p:nvPr/>
          </p:nvSpPr>
          <p:spPr>
            <a:xfrm>
              <a:off x="5523539" y="-788598"/>
              <a:ext cx="1976099" cy="1976145"/>
            </a:xfrm>
            <a:custGeom>
              <a:avLst/>
              <a:gdLst/>
              <a:ahLst/>
              <a:cxnLst/>
              <a:rect l="l" t="t" r="r" b="b"/>
              <a:pathLst>
                <a:path w="43649" h="43650" fill="none" extrusionOk="0">
                  <a:moveTo>
                    <a:pt x="43649" y="21825"/>
                  </a:moveTo>
                  <a:cubicBezTo>
                    <a:pt x="43649" y="33892"/>
                    <a:pt x="33892" y="43649"/>
                    <a:pt x="21824" y="43649"/>
                  </a:cubicBezTo>
                  <a:cubicBezTo>
                    <a:pt x="9757" y="43649"/>
                    <a:pt x="0" y="33892"/>
                    <a:pt x="0" y="21825"/>
                  </a:cubicBezTo>
                  <a:cubicBezTo>
                    <a:pt x="0" y="9758"/>
                    <a:pt x="9757" y="1"/>
                    <a:pt x="21824" y="1"/>
                  </a:cubicBezTo>
                  <a:cubicBezTo>
                    <a:pt x="33892" y="1"/>
                    <a:pt x="43649" y="9758"/>
                    <a:pt x="43649" y="2182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1"/>
            <p:cNvSpPr/>
            <p:nvPr/>
          </p:nvSpPr>
          <p:spPr>
            <a:xfrm>
              <a:off x="5635000" y="-677092"/>
              <a:ext cx="1753178" cy="1753132"/>
            </a:xfrm>
            <a:custGeom>
              <a:avLst/>
              <a:gdLst/>
              <a:ahLst/>
              <a:cxnLst/>
              <a:rect l="l" t="t" r="r" b="b"/>
              <a:pathLst>
                <a:path w="38725" h="38724" fill="none" extrusionOk="0">
                  <a:moveTo>
                    <a:pt x="38725" y="19362"/>
                  </a:moveTo>
                  <a:cubicBezTo>
                    <a:pt x="38725" y="30061"/>
                    <a:pt x="30062" y="38724"/>
                    <a:pt x="19362" y="38724"/>
                  </a:cubicBezTo>
                  <a:cubicBezTo>
                    <a:pt x="8663" y="38724"/>
                    <a:pt x="0" y="30061"/>
                    <a:pt x="0" y="19362"/>
                  </a:cubicBezTo>
                  <a:cubicBezTo>
                    <a:pt x="0" y="8663"/>
                    <a:pt x="8663" y="0"/>
                    <a:pt x="19362" y="0"/>
                  </a:cubicBezTo>
                  <a:cubicBezTo>
                    <a:pt x="30062" y="0"/>
                    <a:pt x="38725" y="8663"/>
                    <a:pt x="38725" y="1936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1"/>
            <p:cNvSpPr/>
            <p:nvPr/>
          </p:nvSpPr>
          <p:spPr>
            <a:xfrm>
              <a:off x="5742341" y="-569796"/>
              <a:ext cx="1538495" cy="1538541"/>
            </a:xfrm>
            <a:custGeom>
              <a:avLst/>
              <a:gdLst/>
              <a:ahLst/>
              <a:cxnLst/>
              <a:rect l="l" t="t" r="r" b="b"/>
              <a:pathLst>
                <a:path w="33983" h="33984" fill="none" extrusionOk="0">
                  <a:moveTo>
                    <a:pt x="33983" y="16992"/>
                  </a:moveTo>
                  <a:cubicBezTo>
                    <a:pt x="33983" y="26384"/>
                    <a:pt x="26384" y="33983"/>
                    <a:pt x="16991" y="33983"/>
                  </a:cubicBezTo>
                  <a:cubicBezTo>
                    <a:pt x="7599" y="33983"/>
                    <a:pt x="0" y="26384"/>
                    <a:pt x="0" y="16992"/>
                  </a:cubicBezTo>
                  <a:cubicBezTo>
                    <a:pt x="0" y="7600"/>
                    <a:pt x="7599" y="1"/>
                    <a:pt x="16991" y="1"/>
                  </a:cubicBezTo>
                  <a:cubicBezTo>
                    <a:pt x="26384" y="1"/>
                    <a:pt x="33983" y="7600"/>
                    <a:pt x="33983" y="169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1"/>
            <p:cNvSpPr/>
            <p:nvPr/>
          </p:nvSpPr>
          <p:spPr>
            <a:xfrm>
              <a:off x="5842801" y="-387936"/>
              <a:ext cx="1337576" cy="1174821"/>
            </a:xfrm>
            <a:custGeom>
              <a:avLst/>
              <a:gdLst/>
              <a:ahLst/>
              <a:cxnLst/>
              <a:rect l="l" t="t" r="r" b="b"/>
              <a:pathLst>
                <a:path w="29545" h="25950" extrusionOk="0">
                  <a:moveTo>
                    <a:pt x="14779" y="2030"/>
                  </a:moveTo>
                  <a:cubicBezTo>
                    <a:pt x="19620" y="2030"/>
                    <a:pt x="24049" y="5279"/>
                    <a:pt x="25350" y="10179"/>
                  </a:cubicBezTo>
                  <a:cubicBezTo>
                    <a:pt x="26900" y="16015"/>
                    <a:pt x="23405" y="22002"/>
                    <a:pt x="17569" y="23553"/>
                  </a:cubicBezTo>
                  <a:cubicBezTo>
                    <a:pt x="16632" y="23801"/>
                    <a:pt x="15691" y="23920"/>
                    <a:pt x="14766" y="23920"/>
                  </a:cubicBezTo>
                  <a:cubicBezTo>
                    <a:pt x="9925" y="23920"/>
                    <a:pt x="5496" y="20671"/>
                    <a:pt x="4195" y="15771"/>
                  </a:cubicBezTo>
                  <a:cubicBezTo>
                    <a:pt x="2645" y="9935"/>
                    <a:pt x="6140" y="3948"/>
                    <a:pt x="11976" y="2397"/>
                  </a:cubicBezTo>
                  <a:cubicBezTo>
                    <a:pt x="12913" y="2149"/>
                    <a:pt x="13854" y="2030"/>
                    <a:pt x="14779" y="2030"/>
                  </a:cubicBezTo>
                  <a:close/>
                  <a:moveTo>
                    <a:pt x="14795" y="0"/>
                  </a:moveTo>
                  <a:cubicBezTo>
                    <a:pt x="10589" y="0"/>
                    <a:pt x="6465" y="2041"/>
                    <a:pt x="3952" y="5802"/>
                  </a:cubicBezTo>
                  <a:cubicBezTo>
                    <a:pt x="0" y="11790"/>
                    <a:pt x="1642" y="19814"/>
                    <a:pt x="7599" y="23796"/>
                  </a:cubicBezTo>
                  <a:cubicBezTo>
                    <a:pt x="9807" y="25253"/>
                    <a:pt x="12297" y="25950"/>
                    <a:pt x="14758" y="25950"/>
                  </a:cubicBezTo>
                  <a:cubicBezTo>
                    <a:pt x="18970" y="25950"/>
                    <a:pt x="23099" y="23909"/>
                    <a:pt x="25593" y="20148"/>
                  </a:cubicBezTo>
                  <a:cubicBezTo>
                    <a:pt x="29545" y="14160"/>
                    <a:pt x="27903" y="6136"/>
                    <a:pt x="21946" y="2154"/>
                  </a:cubicBezTo>
                  <a:cubicBezTo>
                    <a:pt x="19738" y="697"/>
                    <a:pt x="17252" y="0"/>
                    <a:pt x="1479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4" name="Google Shape;1204;p41"/>
          <p:cNvGrpSpPr/>
          <p:nvPr/>
        </p:nvGrpSpPr>
        <p:grpSpPr>
          <a:xfrm>
            <a:off x="713225" y="4828856"/>
            <a:ext cx="2790375" cy="64975"/>
            <a:chOff x="5954300" y="4334988"/>
            <a:chExt cx="2790375" cy="64975"/>
          </a:xfrm>
        </p:grpSpPr>
        <p:sp>
          <p:nvSpPr>
            <p:cNvPr id="1205" name="Google Shape;1205;p41"/>
            <p:cNvSpPr/>
            <p:nvPr/>
          </p:nvSpPr>
          <p:spPr>
            <a:xfrm>
              <a:off x="8544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1"/>
            <p:cNvSpPr/>
            <p:nvPr/>
          </p:nvSpPr>
          <p:spPr>
            <a:xfrm>
              <a:off x="7825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1"/>
            <p:cNvSpPr/>
            <p:nvPr/>
          </p:nvSpPr>
          <p:spPr>
            <a:xfrm>
              <a:off x="6385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1"/>
            <p:cNvSpPr/>
            <p:nvPr/>
          </p:nvSpPr>
          <p:spPr>
            <a:xfrm>
              <a:off x="7105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1"/>
            <p:cNvSpPr/>
            <p:nvPr/>
          </p:nvSpPr>
          <p:spPr>
            <a:xfrm>
              <a:off x="8401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1"/>
            <p:cNvSpPr/>
            <p:nvPr/>
          </p:nvSpPr>
          <p:spPr>
            <a:xfrm>
              <a:off x="7681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1"/>
            <p:cNvSpPr/>
            <p:nvPr/>
          </p:nvSpPr>
          <p:spPr>
            <a:xfrm>
              <a:off x="6242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1"/>
            <p:cNvSpPr/>
            <p:nvPr/>
          </p:nvSpPr>
          <p:spPr>
            <a:xfrm>
              <a:off x="6961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1"/>
            <p:cNvSpPr/>
            <p:nvPr/>
          </p:nvSpPr>
          <p:spPr>
            <a:xfrm>
              <a:off x="8689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1"/>
            <p:cNvSpPr/>
            <p:nvPr/>
          </p:nvSpPr>
          <p:spPr>
            <a:xfrm>
              <a:off x="7969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1"/>
            <p:cNvSpPr/>
            <p:nvPr/>
          </p:nvSpPr>
          <p:spPr>
            <a:xfrm>
              <a:off x="6530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1"/>
            <p:cNvSpPr/>
            <p:nvPr/>
          </p:nvSpPr>
          <p:spPr>
            <a:xfrm>
              <a:off x="7249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1"/>
            <p:cNvSpPr/>
            <p:nvPr/>
          </p:nvSpPr>
          <p:spPr>
            <a:xfrm>
              <a:off x="8256800" y="4334988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1"/>
            <p:cNvSpPr/>
            <p:nvPr/>
          </p:nvSpPr>
          <p:spPr>
            <a:xfrm>
              <a:off x="7537175" y="4343713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1"/>
                  </a:moveTo>
                  <a:cubicBezTo>
                    <a:pt x="517" y="1"/>
                    <a:pt x="0" y="487"/>
                    <a:pt x="0" y="1125"/>
                  </a:cubicBezTo>
                  <a:cubicBezTo>
                    <a:pt x="0" y="1733"/>
                    <a:pt x="517" y="2250"/>
                    <a:pt x="1125" y="2250"/>
                  </a:cubicBezTo>
                  <a:cubicBezTo>
                    <a:pt x="1733" y="2250"/>
                    <a:pt x="2249" y="1733"/>
                    <a:pt x="2249" y="1125"/>
                  </a:cubicBezTo>
                  <a:cubicBezTo>
                    <a:pt x="224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1"/>
            <p:cNvSpPr/>
            <p:nvPr/>
          </p:nvSpPr>
          <p:spPr>
            <a:xfrm>
              <a:off x="6097925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33"/>
                    <a:pt x="517" y="2249"/>
                    <a:pt x="1125" y="2249"/>
                  </a:cubicBezTo>
                  <a:cubicBezTo>
                    <a:pt x="1733" y="2249"/>
                    <a:pt x="2249" y="173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1"/>
            <p:cNvSpPr/>
            <p:nvPr/>
          </p:nvSpPr>
          <p:spPr>
            <a:xfrm>
              <a:off x="6817550" y="4339350"/>
              <a:ext cx="56250" cy="56250"/>
            </a:xfrm>
            <a:custGeom>
              <a:avLst/>
              <a:gdLst/>
              <a:ahLst/>
              <a:cxnLst/>
              <a:rect l="l" t="t" r="r" b="b"/>
              <a:pathLst>
                <a:path w="2250" h="2250" extrusionOk="0">
                  <a:moveTo>
                    <a:pt x="1125" y="0"/>
                  </a:moveTo>
                  <a:cubicBezTo>
                    <a:pt x="517" y="0"/>
                    <a:pt x="0" y="517"/>
                    <a:pt x="0" y="1125"/>
                  </a:cubicBezTo>
                  <a:cubicBezTo>
                    <a:pt x="0" y="1763"/>
                    <a:pt x="517" y="2250"/>
                    <a:pt x="1125" y="2250"/>
                  </a:cubicBezTo>
                  <a:cubicBezTo>
                    <a:pt x="1733" y="2250"/>
                    <a:pt x="2249" y="1763"/>
                    <a:pt x="2249" y="1125"/>
                  </a:cubicBezTo>
                  <a:cubicBezTo>
                    <a:pt x="224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1"/>
            <p:cNvSpPr/>
            <p:nvPr/>
          </p:nvSpPr>
          <p:spPr>
            <a:xfrm>
              <a:off x="8113175" y="4334988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1"/>
            <p:cNvSpPr/>
            <p:nvPr/>
          </p:nvSpPr>
          <p:spPr>
            <a:xfrm>
              <a:off x="7393550" y="4343713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48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487"/>
                    <a:pt x="1733" y="1"/>
                    <a:pt x="1125" y="1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1"/>
            <p:cNvSpPr/>
            <p:nvPr/>
          </p:nvSpPr>
          <p:spPr>
            <a:xfrm>
              <a:off x="5954300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33"/>
                    <a:pt x="487" y="2249"/>
                    <a:pt x="1125" y="2249"/>
                  </a:cubicBezTo>
                  <a:cubicBezTo>
                    <a:pt x="1733" y="2249"/>
                    <a:pt x="2219" y="173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1"/>
            <p:cNvSpPr/>
            <p:nvPr/>
          </p:nvSpPr>
          <p:spPr>
            <a:xfrm>
              <a:off x="6673925" y="4339350"/>
              <a:ext cx="55500" cy="56250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0"/>
                  </a:moveTo>
                  <a:cubicBezTo>
                    <a:pt x="487" y="0"/>
                    <a:pt x="0" y="517"/>
                    <a:pt x="0" y="1125"/>
                  </a:cubicBezTo>
                  <a:cubicBezTo>
                    <a:pt x="0" y="1763"/>
                    <a:pt x="487" y="2250"/>
                    <a:pt x="1125" y="2250"/>
                  </a:cubicBezTo>
                  <a:cubicBezTo>
                    <a:pt x="1733" y="2250"/>
                    <a:pt x="2219" y="1763"/>
                    <a:pt x="2219" y="1125"/>
                  </a:cubicBezTo>
                  <a:cubicBezTo>
                    <a:pt x="2219" y="517"/>
                    <a:pt x="1733" y="0"/>
                    <a:pt x="1125" y="0"/>
                  </a:cubicBezTo>
                  <a:close/>
                </a:path>
              </a:pathLst>
            </a:custGeom>
            <a:solidFill>
              <a:srgbClr val="233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5" name="Google Shape;1225;p41"/>
          <p:cNvGrpSpPr/>
          <p:nvPr/>
        </p:nvGrpSpPr>
        <p:grpSpPr>
          <a:xfrm>
            <a:off x="-319052" y="-320208"/>
            <a:ext cx="1604419" cy="1604360"/>
            <a:chOff x="-74975" y="157600"/>
            <a:chExt cx="1604419" cy="1604360"/>
          </a:xfrm>
        </p:grpSpPr>
        <p:sp>
          <p:nvSpPr>
            <p:cNvPr id="1226" name="Google Shape;1226;p41"/>
            <p:cNvSpPr/>
            <p:nvPr/>
          </p:nvSpPr>
          <p:spPr>
            <a:xfrm>
              <a:off x="399627" y="632159"/>
              <a:ext cx="1129817" cy="1129801"/>
            </a:xfrm>
            <a:custGeom>
              <a:avLst/>
              <a:gdLst/>
              <a:ahLst/>
              <a:cxnLst/>
              <a:rect l="l" t="t" r="r" b="b"/>
              <a:pathLst>
                <a:path w="70306" h="70305" extrusionOk="0">
                  <a:moveTo>
                    <a:pt x="0" y="0"/>
                  </a:moveTo>
                  <a:lnTo>
                    <a:pt x="0" y="70305"/>
                  </a:lnTo>
                  <a:lnTo>
                    <a:pt x="70305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1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solidFill>
              <a:srgbClr val="368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1"/>
            <p:cNvSpPr/>
            <p:nvPr/>
          </p:nvSpPr>
          <p:spPr>
            <a:xfrm>
              <a:off x="213025" y="44557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1"/>
            <p:cNvSpPr/>
            <p:nvPr/>
          </p:nvSpPr>
          <p:spPr>
            <a:xfrm>
              <a:off x="155275" y="387825"/>
              <a:ext cx="758400" cy="758400"/>
            </a:xfrm>
            <a:custGeom>
              <a:avLst/>
              <a:gdLst/>
              <a:ahLst/>
              <a:cxnLst/>
              <a:rect l="l" t="t" r="r" b="b"/>
              <a:pathLst>
                <a:path w="30336" h="30336" fill="none" extrusionOk="0">
                  <a:moveTo>
                    <a:pt x="1" y="30336"/>
                  </a:moveTo>
                  <a:lnTo>
                    <a:pt x="30336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1"/>
            <p:cNvSpPr/>
            <p:nvPr/>
          </p:nvSpPr>
          <p:spPr>
            <a:xfrm>
              <a:off x="98300" y="330850"/>
              <a:ext cx="757625" cy="757625"/>
            </a:xfrm>
            <a:custGeom>
              <a:avLst/>
              <a:gdLst/>
              <a:ahLst/>
              <a:cxnLst/>
              <a:rect l="l" t="t" r="r" b="b"/>
              <a:pathLst>
                <a:path w="30305" h="30305" fill="none" extrusionOk="0">
                  <a:moveTo>
                    <a:pt x="0" y="30305"/>
                  </a:moveTo>
                  <a:lnTo>
                    <a:pt x="3030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1"/>
            <p:cNvSpPr/>
            <p:nvPr/>
          </p:nvSpPr>
          <p:spPr>
            <a:xfrm>
              <a:off x="40550" y="2731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1"/>
            <p:cNvSpPr/>
            <p:nvPr/>
          </p:nvSpPr>
          <p:spPr>
            <a:xfrm>
              <a:off x="-17200" y="215350"/>
              <a:ext cx="758375" cy="758375"/>
            </a:xfrm>
            <a:custGeom>
              <a:avLst/>
              <a:gdLst/>
              <a:ahLst/>
              <a:cxnLst/>
              <a:rect l="l" t="t" r="r" b="b"/>
              <a:pathLst>
                <a:path w="30335" h="30335" fill="none" extrusionOk="0">
                  <a:moveTo>
                    <a:pt x="0" y="30335"/>
                  </a:moveTo>
                  <a:lnTo>
                    <a:pt x="30335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1"/>
            <p:cNvSpPr/>
            <p:nvPr/>
          </p:nvSpPr>
          <p:spPr>
            <a:xfrm>
              <a:off x="-74975" y="157600"/>
              <a:ext cx="758400" cy="758375"/>
            </a:xfrm>
            <a:custGeom>
              <a:avLst/>
              <a:gdLst/>
              <a:ahLst/>
              <a:cxnLst/>
              <a:rect l="l" t="t" r="r" b="b"/>
              <a:pathLst>
                <a:path w="30336" h="30335" fill="none" extrusionOk="0">
                  <a:moveTo>
                    <a:pt x="1" y="30335"/>
                  </a:moveTo>
                  <a:lnTo>
                    <a:pt x="30336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1"/>
            <p:cNvSpPr/>
            <p:nvPr/>
          </p:nvSpPr>
          <p:spPr>
            <a:xfrm>
              <a:off x="238125" y="470675"/>
              <a:ext cx="824500" cy="824500"/>
            </a:xfrm>
            <a:custGeom>
              <a:avLst/>
              <a:gdLst/>
              <a:ahLst/>
              <a:cxnLst/>
              <a:rect l="l" t="t" r="r" b="b"/>
              <a:pathLst>
                <a:path w="32980" h="32980" fill="none" extrusionOk="0">
                  <a:moveTo>
                    <a:pt x="0" y="0"/>
                  </a:moveTo>
                  <a:lnTo>
                    <a:pt x="0" y="32979"/>
                  </a:lnTo>
                  <a:lnTo>
                    <a:pt x="32979" y="0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6" name="Google Shape;1236;p42"/>
          <p:cNvGrpSpPr/>
          <p:nvPr/>
        </p:nvGrpSpPr>
        <p:grpSpPr>
          <a:xfrm>
            <a:off x="7271250" y="3754850"/>
            <a:ext cx="3382300" cy="1993950"/>
            <a:chOff x="1317925" y="2802775"/>
            <a:chExt cx="3382300" cy="1993950"/>
          </a:xfrm>
        </p:grpSpPr>
        <p:sp>
          <p:nvSpPr>
            <p:cNvPr id="1237" name="Google Shape;1237;p42"/>
            <p:cNvSpPr/>
            <p:nvPr/>
          </p:nvSpPr>
          <p:spPr>
            <a:xfrm>
              <a:off x="131792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2"/>
            <p:cNvSpPr/>
            <p:nvPr/>
          </p:nvSpPr>
          <p:spPr>
            <a:xfrm>
              <a:off x="1444050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2"/>
            <p:cNvSpPr/>
            <p:nvPr/>
          </p:nvSpPr>
          <p:spPr>
            <a:xfrm>
              <a:off x="1569450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2"/>
            <p:cNvSpPr/>
            <p:nvPr/>
          </p:nvSpPr>
          <p:spPr>
            <a:xfrm>
              <a:off x="1695575" y="2802775"/>
              <a:ext cx="1999325" cy="1993950"/>
            </a:xfrm>
            <a:custGeom>
              <a:avLst/>
              <a:gdLst/>
              <a:ahLst/>
              <a:cxnLst/>
              <a:rect l="l" t="t" r="r" b="b"/>
              <a:pathLst>
                <a:path w="79973" h="79758" fill="none" extrusionOk="0">
                  <a:moveTo>
                    <a:pt x="7997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2"/>
            <p:cNvSpPr/>
            <p:nvPr/>
          </p:nvSpPr>
          <p:spPr>
            <a:xfrm>
              <a:off x="18209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2"/>
            <p:cNvSpPr/>
            <p:nvPr/>
          </p:nvSpPr>
          <p:spPr>
            <a:xfrm>
              <a:off x="19463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2"/>
            <p:cNvSpPr/>
            <p:nvPr/>
          </p:nvSpPr>
          <p:spPr>
            <a:xfrm>
              <a:off x="20725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1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2"/>
            <p:cNvSpPr/>
            <p:nvPr/>
          </p:nvSpPr>
          <p:spPr>
            <a:xfrm>
              <a:off x="21978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2"/>
            <p:cNvSpPr/>
            <p:nvPr/>
          </p:nvSpPr>
          <p:spPr>
            <a:xfrm>
              <a:off x="2323250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2"/>
            <p:cNvSpPr/>
            <p:nvPr/>
          </p:nvSpPr>
          <p:spPr>
            <a:xfrm>
              <a:off x="2449400" y="2802775"/>
              <a:ext cx="1999300" cy="1993950"/>
            </a:xfrm>
            <a:custGeom>
              <a:avLst/>
              <a:gdLst/>
              <a:ahLst/>
              <a:cxnLst/>
              <a:rect l="l" t="t" r="r" b="b"/>
              <a:pathLst>
                <a:path w="79972" h="79758" fill="none" extrusionOk="0">
                  <a:moveTo>
                    <a:pt x="7997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2"/>
            <p:cNvSpPr/>
            <p:nvPr/>
          </p:nvSpPr>
          <p:spPr>
            <a:xfrm>
              <a:off x="2574775" y="2802775"/>
              <a:ext cx="2000075" cy="1993950"/>
            </a:xfrm>
            <a:custGeom>
              <a:avLst/>
              <a:gdLst/>
              <a:ahLst/>
              <a:cxnLst/>
              <a:rect l="l" t="t" r="r" b="b"/>
              <a:pathLst>
                <a:path w="80003" h="79758" fill="none" extrusionOk="0">
                  <a:moveTo>
                    <a:pt x="80002" y="0"/>
                  </a:moveTo>
                  <a:lnTo>
                    <a:pt x="1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2"/>
            <p:cNvSpPr/>
            <p:nvPr/>
          </p:nvSpPr>
          <p:spPr>
            <a:xfrm>
              <a:off x="2700175" y="2802775"/>
              <a:ext cx="2000050" cy="1993950"/>
            </a:xfrm>
            <a:custGeom>
              <a:avLst/>
              <a:gdLst/>
              <a:ahLst/>
              <a:cxnLst/>
              <a:rect l="l" t="t" r="r" b="b"/>
              <a:pathLst>
                <a:path w="80002" h="79758" fill="none" extrusionOk="0">
                  <a:moveTo>
                    <a:pt x="80002" y="0"/>
                  </a:moveTo>
                  <a:lnTo>
                    <a:pt x="0" y="79758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9" name="Google Shape;1249;p42"/>
          <p:cNvGrpSpPr/>
          <p:nvPr/>
        </p:nvGrpSpPr>
        <p:grpSpPr>
          <a:xfrm flipH="1">
            <a:off x="2244842" y="345725"/>
            <a:ext cx="4489475" cy="193775"/>
            <a:chOff x="1784500" y="1867350"/>
            <a:chExt cx="4489475" cy="193775"/>
          </a:xfrm>
        </p:grpSpPr>
        <p:sp>
          <p:nvSpPr>
            <p:cNvPr id="1250" name="Google Shape;1250;p42"/>
            <p:cNvSpPr/>
            <p:nvPr/>
          </p:nvSpPr>
          <p:spPr>
            <a:xfrm>
              <a:off x="1784500" y="1963850"/>
              <a:ext cx="3982625" cy="25"/>
            </a:xfrm>
            <a:custGeom>
              <a:avLst/>
              <a:gdLst/>
              <a:ahLst/>
              <a:cxnLst/>
              <a:rect l="l" t="t" r="r" b="b"/>
              <a:pathLst>
                <a:path w="159305" h="1" fill="none" extrusionOk="0">
                  <a:moveTo>
                    <a:pt x="0" y="0"/>
                  </a:moveTo>
                  <a:lnTo>
                    <a:pt x="159304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2"/>
            <p:cNvSpPr/>
            <p:nvPr/>
          </p:nvSpPr>
          <p:spPr>
            <a:xfrm>
              <a:off x="4679675" y="2061100"/>
              <a:ext cx="1594300" cy="25"/>
            </a:xfrm>
            <a:custGeom>
              <a:avLst/>
              <a:gdLst/>
              <a:ahLst/>
              <a:cxnLst/>
              <a:rect l="l" t="t" r="r" b="b"/>
              <a:pathLst>
                <a:path w="63772" h="1" fill="none" extrusionOk="0">
                  <a:moveTo>
                    <a:pt x="1" y="1"/>
                  </a:moveTo>
                  <a:lnTo>
                    <a:pt x="63771" y="1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2"/>
            <p:cNvSpPr/>
            <p:nvPr/>
          </p:nvSpPr>
          <p:spPr>
            <a:xfrm>
              <a:off x="3817200" y="1867350"/>
              <a:ext cx="2104925" cy="25"/>
            </a:xfrm>
            <a:custGeom>
              <a:avLst/>
              <a:gdLst/>
              <a:ahLst/>
              <a:cxnLst/>
              <a:rect l="l" t="t" r="r" b="b"/>
              <a:pathLst>
                <a:path w="84197" h="1" fill="none" extrusionOk="0">
                  <a:moveTo>
                    <a:pt x="1" y="0"/>
                  </a:moveTo>
                  <a:lnTo>
                    <a:pt x="84197" y="0"/>
                  </a:lnTo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3" name="Google Shape;1253;p42"/>
          <p:cNvSpPr/>
          <p:nvPr/>
        </p:nvSpPr>
        <p:spPr>
          <a:xfrm>
            <a:off x="4" y="4649350"/>
            <a:ext cx="3447249" cy="494158"/>
          </a:xfrm>
          <a:custGeom>
            <a:avLst/>
            <a:gdLst/>
            <a:ahLst/>
            <a:cxnLst/>
            <a:rect l="l" t="t" r="r" b="b"/>
            <a:pathLst>
              <a:path w="108149" h="15503" extrusionOk="0">
                <a:moveTo>
                  <a:pt x="0" y="0"/>
                </a:moveTo>
                <a:lnTo>
                  <a:pt x="0" y="15502"/>
                </a:lnTo>
                <a:lnTo>
                  <a:pt x="108148" y="15502"/>
                </a:lnTo>
                <a:cubicBezTo>
                  <a:pt x="108148" y="6931"/>
                  <a:pt x="101218" y="0"/>
                  <a:pt x="926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SemiBold"/>
              <a:buNone/>
              <a:defRPr sz="35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308450"/>
            <a:ext cx="7717500" cy="3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8" r:id="rId5"/>
    <p:sldLayoutId id="2147483659" r:id="rId6"/>
    <p:sldLayoutId id="2147483661" r:id="rId7"/>
    <p:sldLayoutId id="2147483662" r:id="rId8"/>
    <p:sldLayoutId id="2147483665" r:id="rId9"/>
    <p:sldLayoutId id="2147483669" r:id="rId10"/>
    <p:sldLayoutId id="2147483670" r:id="rId11"/>
    <p:sldLayoutId id="2147483687" r:id="rId12"/>
    <p:sldLayoutId id="2147483688" r:id="rId13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F0000"/>
          </p15:clr>
        </p15:guide>
        <p15:guide id="2" pos="2880">
          <p15:clr>
            <a:srgbClr val="FF0000"/>
          </p15:clr>
        </p15:guide>
        <p15:guide id="3" pos="449">
          <p15:clr>
            <a:srgbClr val="FF0000"/>
          </p15:clr>
        </p15:guide>
        <p15:guide id="4" pos="5311">
          <p15:clr>
            <a:srgbClr val="FF0000"/>
          </p15:clr>
        </p15:guide>
        <p15:guide id="5" orient="horz" pos="340">
          <p15:clr>
            <a:srgbClr val="FF0000"/>
          </p15:clr>
        </p15:guide>
        <p15:guide id="6" orient="horz" pos="2897">
          <p15:clr>
            <a:srgbClr val="FF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46"/>
          <p:cNvSpPr txBox="1">
            <a:spLocks noGrp="1"/>
          </p:cNvSpPr>
          <p:nvPr>
            <p:ph type="ctrTitle"/>
          </p:nvPr>
        </p:nvSpPr>
        <p:spPr>
          <a:xfrm>
            <a:off x="938196" y="473348"/>
            <a:ext cx="7267607" cy="21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 Rounded MT Bold" panose="020F0704030504030204" pitchFamily="34" charset="0"/>
              </a:rPr>
              <a:t>Presentation on_ 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3200" dirty="0">
                <a:latin typeface="Arial Rounded MT Bold" panose="020F0704030504030204" pitchFamily="34" charset="0"/>
              </a:rPr>
              <a:t>Automatic Car Parking System </a:t>
            </a:r>
            <a:endParaRPr sz="3200" dirty="0">
              <a:solidFill>
                <a:schemeClr val="lt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65" name="Google Shape;1265;p46"/>
          <p:cNvSpPr txBox="1">
            <a:spLocks noGrp="1"/>
          </p:cNvSpPr>
          <p:nvPr>
            <p:ph type="subTitle" idx="1"/>
          </p:nvPr>
        </p:nvSpPr>
        <p:spPr>
          <a:xfrm>
            <a:off x="1134796" y="2541059"/>
            <a:ext cx="5174100" cy="1802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sng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Mst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Jubaida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Begum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Sanjana Rahman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Nowrin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Tisha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Bala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Pop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Mst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Ishrat Jahan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Muhiba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Gitoshree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Dhar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66" name="Google Shape;1266;p46"/>
          <p:cNvGrpSpPr/>
          <p:nvPr/>
        </p:nvGrpSpPr>
        <p:grpSpPr>
          <a:xfrm>
            <a:off x="-401238" y="-505328"/>
            <a:ext cx="1895833" cy="1895866"/>
            <a:chOff x="3835450" y="-252000"/>
            <a:chExt cx="1445325" cy="1445350"/>
          </a:xfrm>
        </p:grpSpPr>
        <p:sp>
          <p:nvSpPr>
            <p:cNvPr id="1267" name="Google Shape;1267;p46"/>
            <p:cNvSpPr/>
            <p:nvPr/>
          </p:nvSpPr>
          <p:spPr>
            <a:xfrm>
              <a:off x="3835450" y="-252000"/>
              <a:ext cx="1445325" cy="1445350"/>
            </a:xfrm>
            <a:custGeom>
              <a:avLst/>
              <a:gdLst/>
              <a:ahLst/>
              <a:cxnLst/>
              <a:rect l="l" t="t" r="r" b="b"/>
              <a:pathLst>
                <a:path w="57813" h="57814" fill="none" extrusionOk="0">
                  <a:moveTo>
                    <a:pt x="43375" y="14439"/>
                  </a:moveTo>
                  <a:lnTo>
                    <a:pt x="28907" y="1"/>
                  </a:lnTo>
                  <a:lnTo>
                    <a:pt x="14438" y="14439"/>
                  </a:lnTo>
                  <a:lnTo>
                    <a:pt x="0" y="28907"/>
                  </a:lnTo>
                  <a:lnTo>
                    <a:pt x="14438" y="43375"/>
                  </a:lnTo>
                  <a:lnTo>
                    <a:pt x="28907" y="57813"/>
                  </a:lnTo>
                  <a:lnTo>
                    <a:pt x="43375" y="43375"/>
                  </a:lnTo>
                  <a:lnTo>
                    <a:pt x="57813" y="2890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6"/>
            <p:cNvSpPr/>
            <p:nvPr/>
          </p:nvSpPr>
          <p:spPr>
            <a:xfrm>
              <a:off x="3972225" y="-115200"/>
              <a:ext cx="1171775" cy="1171750"/>
            </a:xfrm>
            <a:custGeom>
              <a:avLst/>
              <a:gdLst/>
              <a:ahLst/>
              <a:cxnLst/>
              <a:rect l="l" t="t" r="r" b="b"/>
              <a:pathLst>
                <a:path w="46871" h="46870" fill="none" extrusionOk="0">
                  <a:moveTo>
                    <a:pt x="46871" y="23435"/>
                  </a:moveTo>
                  <a:lnTo>
                    <a:pt x="35138" y="11733"/>
                  </a:lnTo>
                  <a:lnTo>
                    <a:pt x="23436" y="0"/>
                  </a:lnTo>
                  <a:lnTo>
                    <a:pt x="11733" y="11733"/>
                  </a:lnTo>
                  <a:lnTo>
                    <a:pt x="0" y="23435"/>
                  </a:lnTo>
                  <a:lnTo>
                    <a:pt x="11733" y="35137"/>
                  </a:lnTo>
                  <a:lnTo>
                    <a:pt x="23436" y="46870"/>
                  </a:lnTo>
                  <a:lnTo>
                    <a:pt x="35138" y="35137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6"/>
            <p:cNvSpPr/>
            <p:nvPr/>
          </p:nvSpPr>
          <p:spPr>
            <a:xfrm>
              <a:off x="4109775" y="22325"/>
              <a:ext cx="896700" cy="896700"/>
            </a:xfrm>
            <a:custGeom>
              <a:avLst/>
              <a:gdLst/>
              <a:ahLst/>
              <a:cxnLst/>
              <a:rect l="l" t="t" r="r" b="b"/>
              <a:pathLst>
                <a:path w="35868" h="35868" fill="none" extrusionOk="0">
                  <a:moveTo>
                    <a:pt x="35867" y="17934"/>
                  </a:moveTo>
                  <a:lnTo>
                    <a:pt x="26900" y="8967"/>
                  </a:lnTo>
                  <a:lnTo>
                    <a:pt x="17934" y="1"/>
                  </a:lnTo>
                  <a:lnTo>
                    <a:pt x="8967" y="8967"/>
                  </a:lnTo>
                  <a:lnTo>
                    <a:pt x="0" y="17934"/>
                  </a:lnTo>
                  <a:lnTo>
                    <a:pt x="8967" y="26901"/>
                  </a:lnTo>
                  <a:lnTo>
                    <a:pt x="17934" y="35867"/>
                  </a:lnTo>
                  <a:lnTo>
                    <a:pt x="26900" y="2690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6"/>
            <p:cNvSpPr/>
            <p:nvPr/>
          </p:nvSpPr>
          <p:spPr>
            <a:xfrm>
              <a:off x="4247300" y="159875"/>
              <a:ext cx="621625" cy="621600"/>
            </a:xfrm>
            <a:custGeom>
              <a:avLst/>
              <a:gdLst/>
              <a:ahLst/>
              <a:cxnLst/>
              <a:rect l="l" t="t" r="r" b="b"/>
              <a:pathLst>
                <a:path w="24865" h="24864" fill="none" extrusionOk="0">
                  <a:moveTo>
                    <a:pt x="24864" y="12432"/>
                  </a:moveTo>
                  <a:lnTo>
                    <a:pt x="18664" y="6201"/>
                  </a:lnTo>
                  <a:lnTo>
                    <a:pt x="12433" y="0"/>
                  </a:lnTo>
                  <a:lnTo>
                    <a:pt x="6201" y="6201"/>
                  </a:lnTo>
                  <a:lnTo>
                    <a:pt x="1" y="12432"/>
                  </a:lnTo>
                  <a:lnTo>
                    <a:pt x="6201" y="18663"/>
                  </a:lnTo>
                  <a:lnTo>
                    <a:pt x="12433" y="24864"/>
                  </a:lnTo>
                  <a:lnTo>
                    <a:pt x="18664" y="18663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6"/>
            <p:cNvSpPr/>
            <p:nvPr/>
          </p:nvSpPr>
          <p:spPr>
            <a:xfrm>
              <a:off x="4384075" y="296650"/>
              <a:ext cx="348075" cy="348050"/>
            </a:xfrm>
            <a:custGeom>
              <a:avLst/>
              <a:gdLst/>
              <a:ahLst/>
              <a:cxnLst/>
              <a:rect l="l" t="t" r="r" b="b"/>
              <a:pathLst>
                <a:path w="13923" h="13922" fill="none" extrusionOk="0">
                  <a:moveTo>
                    <a:pt x="10427" y="3496"/>
                  </a:moveTo>
                  <a:lnTo>
                    <a:pt x="6962" y="0"/>
                  </a:lnTo>
                  <a:lnTo>
                    <a:pt x="3496" y="3496"/>
                  </a:lnTo>
                  <a:lnTo>
                    <a:pt x="1" y="6961"/>
                  </a:lnTo>
                  <a:lnTo>
                    <a:pt x="3496" y="10426"/>
                  </a:lnTo>
                  <a:lnTo>
                    <a:pt x="6962" y="13922"/>
                  </a:lnTo>
                  <a:lnTo>
                    <a:pt x="10427" y="10426"/>
                  </a:lnTo>
                  <a:lnTo>
                    <a:pt x="13922" y="6961"/>
                  </a:lnTo>
                  <a:close/>
                </a:path>
              </a:pathLst>
            </a:custGeom>
            <a:noFill/>
            <a:ln w="9875" cap="flat" cmpd="sng">
              <a:solidFill>
                <a:srgbClr val="23325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2" name="Google Shape;1272;p46"/>
          <p:cNvGrpSpPr/>
          <p:nvPr/>
        </p:nvGrpSpPr>
        <p:grpSpPr>
          <a:xfrm>
            <a:off x="7626957" y="-966877"/>
            <a:ext cx="2471175" cy="2747975"/>
            <a:chOff x="7398357" y="-662077"/>
            <a:chExt cx="2471175" cy="2747975"/>
          </a:xfrm>
        </p:grpSpPr>
        <p:sp>
          <p:nvSpPr>
            <p:cNvPr id="1273" name="Google Shape;1273;p46"/>
            <p:cNvSpPr/>
            <p:nvPr/>
          </p:nvSpPr>
          <p:spPr>
            <a:xfrm rot="-5400000">
              <a:off x="7370982" y="-634702"/>
              <a:ext cx="2525925" cy="2471175"/>
            </a:xfrm>
            <a:custGeom>
              <a:avLst/>
              <a:gdLst/>
              <a:ahLst/>
              <a:cxnLst/>
              <a:rect l="l" t="t" r="r" b="b"/>
              <a:pathLst>
                <a:path w="101037" h="98847" extrusionOk="0">
                  <a:moveTo>
                    <a:pt x="12296" y="1"/>
                  </a:moveTo>
                  <a:cubicBezTo>
                    <a:pt x="9431" y="1"/>
                    <a:pt x="6566" y="1095"/>
                    <a:pt x="4378" y="3283"/>
                  </a:cubicBezTo>
                  <a:cubicBezTo>
                    <a:pt x="1" y="7660"/>
                    <a:pt x="1" y="14773"/>
                    <a:pt x="4378" y="19150"/>
                  </a:cubicBezTo>
                  <a:lnTo>
                    <a:pt x="80823" y="95564"/>
                  </a:lnTo>
                  <a:cubicBezTo>
                    <a:pt x="83011" y="97753"/>
                    <a:pt x="85876" y="98847"/>
                    <a:pt x="88741" y="98847"/>
                  </a:cubicBezTo>
                  <a:cubicBezTo>
                    <a:pt x="91606" y="98847"/>
                    <a:pt x="94471" y="97753"/>
                    <a:pt x="96659" y="95564"/>
                  </a:cubicBezTo>
                  <a:cubicBezTo>
                    <a:pt x="101036" y="91187"/>
                    <a:pt x="101036" y="84105"/>
                    <a:pt x="96659" y="79728"/>
                  </a:cubicBezTo>
                  <a:lnTo>
                    <a:pt x="20214" y="3283"/>
                  </a:lnTo>
                  <a:cubicBezTo>
                    <a:pt x="18025" y="1095"/>
                    <a:pt x="15161" y="1"/>
                    <a:pt x="122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6"/>
            <p:cNvSpPr/>
            <p:nvPr/>
          </p:nvSpPr>
          <p:spPr>
            <a:xfrm rot="-5400000">
              <a:off x="7569882" y="-202877"/>
              <a:ext cx="1193050" cy="1192300"/>
            </a:xfrm>
            <a:custGeom>
              <a:avLst/>
              <a:gdLst/>
              <a:ahLst/>
              <a:cxnLst/>
              <a:rect l="l" t="t" r="r" b="b"/>
              <a:pathLst>
                <a:path w="47722" h="47692" fill="none" extrusionOk="0">
                  <a:moveTo>
                    <a:pt x="44591" y="44591"/>
                  </a:moveTo>
                  <a:lnTo>
                    <a:pt x="44591" y="44591"/>
                  </a:lnTo>
                  <a:cubicBezTo>
                    <a:pt x="47722" y="41491"/>
                    <a:pt x="47722" y="36445"/>
                    <a:pt x="44591" y="33345"/>
                  </a:cubicBezTo>
                  <a:lnTo>
                    <a:pt x="14348" y="3101"/>
                  </a:lnTo>
                  <a:cubicBezTo>
                    <a:pt x="11247" y="1"/>
                    <a:pt x="6201" y="1"/>
                    <a:pt x="3101" y="3101"/>
                  </a:cubicBezTo>
                  <a:lnTo>
                    <a:pt x="3101" y="3101"/>
                  </a:lnTo>
                  <a:cubicBezTo>
                    <a:pt x="1" y="6201"/>
                    <a:pt x="1" y="11217"/>
                    <a:pt x="3101" y="14347"/>
                  </a:cubicBezTo>
                  <a:lnTo>
                    <a:pt x="33375" y="44591"/>
                  </a:lnTo>
                  <a:cubicBezTo>
                    <a:pt x="36476" y="47691"/>
                    <a:pt x="41491" y="47691"/>
                    <a:pt x="44591" y="4459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6"/>
            <p:cNvSpPr/>
            <p:nvPr/>
          </p:nvSpPr>
          <p:spPr>
            <a:xfrm rot="-5400000">
              <a:off x="7937707" y="408023"/>
              <a:ext cx="1677875" cy="1677875"/>
            </a:xfrm>
            <a:custGeom>
              <a:avLst/>
              <a:gdLst/>
              <a:ahLst/>
              <a:cxnLst/>
              <a:rect l="l" t="t" r="r" b="b"/>
              <a:pathLst>
                <a:path w="67115" h="67115" fill="none" extrusionOk="0">
                  <a:moveTo>
                    <a:pt x="64318" y="64287"/>
                  </a:moveTo>
                  <a:lnTo>
                    <a:pt x="64318" y="64287"/>
                  </a:lnTo>
                  <a:cubicBezTo>
                    <a:pt x="67114" y="61491"/>
                    <a:pt x="67114" y="56962"/>
                    <a:pt x="64318" y="54166"/>
                  </a:cubicBezTo>
                  <a:lnTo>
                    <a:pt x="12949" y="2797"/>
                  </a:lnTo>
                  <a:cubicBezTo>
                    <a:pt x="10153" y="1"/>
                    <a:pt x="5624" y="1"/>
                    <a:pt x="2797" y="2797"/>
                  </a:cubicBezTo>
                  <a:lnTo>
                    <a:pt x="2797" y="2797"/>
                  </a:lnTo>
                  <a:cubicBezTo>
                    <a:pt x="1" y="5593"/>
                    <a:pt x="1" y="10122"/>
                    <a:pt x="2797" y="12919"/>
                  </a:cubicBezTo>
                  <a:lnTo>
                    <a:pt x="54166" y="64287"/>
                  </a:lnTo>
                  <a:cubicBezTo>
                    <a:pt x="56993" y="67114"/>
                    <a:pt x="61522" y="67114"/>
                    <a:pt x="64318" y="64287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6"/>
            <p:cNvSpPr/>
            <p:nvPr/>
          </p:nvSpPr>
          <p:spPr>
            <a:xfrm rot="-5400000">
              <a:off x="8047894" y="289485"/>
              <a:ext cx="1309325" cy="1274350"/>
            </a:xfrm>
            <a:custGeom>
              <a:avLst/>
              <a:gdLst/>
              <a:ahLst/>
              <a:cxnLst/>
              <a:rect l="l" t="t" r="r" b="b"/>
              <a:pathLst>
                <a:path w="52373" h="50974" extrusionOk="0">
                  <a:moveTo>
                    <a:pt x="7884" y="0"/>
                  </a:moveTo>
                  <a:cubicBezTo>
                    <a:pt x="6049" y="0"/>
                    <a:pt x="4210" y="699"/>
                    <a:pt x="2797" y="2097"/>
                  </a:cubicBezTo>
                  <a:cubicBezTo>
                    <a:pt x="0" y="4894"/>
                    <a:pt x="0" y="9453"/>
                    <a:pt x="2797" y="12250"/>
                  </a:cubicBezTo>
                  <a:lnTo>
                    <a:pt x="39424" y="48876"/>
                  </a:lnTo>
                  <a:cubicBezTo>
                    <a:pt x="40822" y="50274"/>
                    <a:pt x="42661" y="50973"/>
                    <a:pt x="44500" y="50973"/>
                  </a:cubicBezTo>
                  <a:cubicBezTo>
                    <a:pt x="46339" y="50973"/>
                    <a:pt x="48178" y="50274"/>
                    <a:pt x="49576" y="48876"/>
                  </a:cubicBezTo>
                  <a:cubicBezTo>
                    <a:pt x="52372" y="46049"/>
                    <a:pt x="52372" y="41520"/>
                    <a:pt x="49576" y="38724"/>
                  </a:cubicBezTo>
                  <a:lnTo>
                    <a:pt x="12949" y="2097"/>
                  </a:lnTo>
                  <a:cubicBezTo>
                    <a:pt x="11551" y="699"/>
                    <a:pt x="9719" y="0"/>
                    <a:pt x="7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6"/>
            <p:cNvSpPr/>
            <p:nvPr/>
          </p:nvSpPr>
          <p:spPr>
            <a:xfrm rot="-5400000">
              <a:off x="7513119" y="-490540"/>
              <a:ext cx="1827575" cy="1809500"/>
            </a:xfrm>
            <a:custGeom>
              <a:avLst/>
              <a:gdLst/>
              <a:ahLst/>
              <a:cxnLst/>
              <a:rect l="l" t="t" r="r" b="b"/>
              <a:pathLst>
                <a:path w="73103" h="72380" extrusionOk="0">
                  <a:moveTo>
                    <a:pt x="4089" y="0"/>
                  </a:moveTo>
                  <a:cubicBezTo>
                    <a:pt x="3139" y="0"/>
                    <a:pt x="2189" y="358"/>
                    <a:pt x="1460" y="1072"/>
                  </a:cubicBezTo>
                  <a:cubicBezTo>
                    <a:pt x="1" y="2531"/>
                    <a:pt x="1" y="4871"/>
                    <a:pt x="1460" y="6330"/>
                  </a:cubicBezTo>
                  <a:lnTo>
                    <a:pt x="66415" y="71286"/>
                  </a:lnTo>
                  <a:cubicBezTo>
                    <a:pt x="67130" y="72015"/>
                    <a:pt x="68080" y="72380"/>
                    <a:pt x="69033" y="72380"/>
                  </a:cubicBezTo>
                  <a:cubicBezTo>
                    <a:pt x="69987" y="72380"/>
                    <a:pt x="70944" y="72015"/>
                    <a:pt x="71674" y="71286"/>
                  </a:cubicBezTo>
                  <a:cubicBezTo>
                    <a:pt x="73103" y="69827"/>
                    <a:pt x="73103" y="67486"/>
                    <a:pt x="71674" y="66027"/>
                  </a:cubicBezTo>
                  <a:lnTo>
                    <a:pt x="6718" y="1072"/>
                  </a:lnTo>
                  <a:cubicBezTo>
                    <a:pt x="5989" y="358"/>
                    <a:pt x="5039" y="0"/>
                    <a:pt x="4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B35D8A3-0246-444D-AC52-474E5F5C59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943" b="17047"/>
          <a:stretch/>
        </p:blipFill>
        <p:spPr>
          <a:xfrm>
            <a:off x="0" y="4084973"/>
            <a:ext cx="2689464" cy="1058527"/>
          </a:xfrm>
          <a:prstGeom prst="rect">
            <a:avLst/>
          </a:prstGeom>
          <a:solidFill>
            <a:schemeClr val="accent1"/>
          </a:solidFill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3 -3.58025E-6 L 0.7059 -0.00586 " pathEditMode="relative" rAng="0" ptsTypes="AA">
                                      <p:cBhvr>
                                        <p:cTn id="34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51" y="-3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4" grpId="0"/>
      <p:bldP spid="126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F8C900A-9517-4331-A650-07B294B28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100" y="454809"/>
            <a:ext cx="7399800" cy="576000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Contents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F222AC-8F1D-42CE-90CC-C01358620FD6}"/>
              </a:ext>
            </a:extLst>
          </p:cNvPr>
          <p:cNvSpPr txBox="1"/>
          <p:nvPr/>
        </p:nvSpPr>
        <p:spPr>
          <a:xfrm>
            <a:off x="1383558" y="1586970"/>
            <a:ext cx="297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93084-22EC-4B1B-BF99-4466E8C65882}"/>
              </a:ext>
            </a:extLst>
          </p:cNvPr>
          <p:cNvSpPr txBox="1"/>
          <p:nvPr/>
        </p:nvSpPr>
        <p:spPr>
          <a:xfrm>
            <a:off x="1383558" y="2324635"/>
            <a:ext cx="243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Implemented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59AAF-E513-48BE-A035-728D51EFDF19}"/>
              </a:ext>
            </a:extLst>
          </p:cNvPr>
          <p:cNvSpPr txBox="1"/>
          <p:nvPr/>
        </p:nvSpPr>
        <p:spPr>
          <a:xfrm flipH="1">
            <a:off x="1383558" y="3022967"/>
            <a:ext cx="2647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</a:p>
        </p:txBody>
      </p:sp>
      <p:sp>
        <p:nvSpPr>
          <p:cNvPr id="19" name="Google Shape;11707;p100">
            <a:extLst>
              <a:ext uri="{FF2B5EF4-FFF2-40B4-BE49-F238E27FC236}">
                <a16:creationId xmlns:a16="http://schemas.microsoft.com/office/drawing/2014/main" id="{309FEA93-E0A0-4EAD-BD9C-881856202870}"/>
              </a:ext>
            </a:extLst>
          </p:cNvPr>
          <p:cNvSpPr/>
          <p:nvPr/>
        </p:nvSpPr>
        <p:spPr>
          <a:xfrm>
            <a:off x="999752" y="1568802"/>
            <a:ext cx="433284" cy="422781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11707;p100">
            <a:extLst>
              <a:ext uri="{FF2B5EF4-FFF2-40B4-BE49-F238E27FC236}">
                <a16:creationId xmlns:a16="http://schemas.microsoft.com/office/drawing/2014/main" id="{FD766BD2-F5C2-4E38-BA2F-02EFBD1A5FF4}"/>
              </a:ext>
            </a:extLst>
          </p:cNvPr>
          <p:cNvSpPr/>
          <p:nvPr/>
        </p:nvSpPr>
        <p:spPr>
          <a:xfrm>
            <a:off x="959374" y="2267134"/>
            <a:ext cx="433284" cy="422781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1707;p100">
            <a:extLst>
              <a:ext uri="{FF2B5EF4-FFF2-40B4-BE49-F238E27FC236}">
                <a16:creationId xmlns:a16="http://schemas.microsoft.com/office/drawing/2014/main" id="{93559CB7-F4C3-479E-8389-A7AF46166859}"/>
              </a:ext>
            </a:extLst>
          </p:cNvPr>
          <p:cNvSpPr/>
          <p:nvPr/>
        </p:nvSpPr>
        <p:spPr>
          <a:xfrm>
            <a:off x="950274" y="2965466"/>
            <a:ext cx="433284" cy="422781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1707;p100">
            <a:extLst>
              <a:ext uri="{FF2B5EF4-FFF2-40B4-BE49-F238E27FC236}">
                <a16:creationId xmlns:a16="http://schemas.microsoft.com/office/drawing/2014/main" id="{6C3A1854-FC5E-4E17-B543-1F9F8B110FF0}"/>
              </a:ext>
            </a:extLst>
          </p:cNvPr>
          <p:cNvSpPr/>
          <p:nvPr/>
        </p:nvSpPr>
        <p:spPr>
          <a:xfrm>
            <a:off x="942229" y="3663798"/>
            <a:ext cx="433284" cy="422781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11707;p100">
            <a:extLst>
              <a:ext uri="{FF2B5EF4-FFF2-40B4-BE49-F238E27FC236}">
                <a16:creationId xmlns:a16="http://schemas.microsoft.com/office/drawing/2014/main" id="{FE3F4C18-443D-4C06-8390-D89C03AEBBB1}"/>
              </a:ext>
            </a:extLst>
          </p:cNvPr>
          <p:cNvSpPr/>
          <p:nvPr/>
        </p:nvSpPr>
        <p:spPr>
          <a:xfrm>
            <a:off x="4739166" y="2965466"/>
            <a:ext cx="433284" cy="422781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327FA2-F73E-46E6-8AB4-C00C9B6006A3}"/>
              </a:ext>
            </a:extLst>
          </p:cNvPr>
          <p:cNvSpPr txBox="1"/>
          <p:nvPr/>
        </p:nvSpPr>
        <p:spPr>
          <a:xfrm>
            <a:off x="1392658" y="3748025"/>
            <a:ext cx="2818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0A52FE-2CCA-48BE-B1CE-48E19BD42E53}"/>
              </a:ext>
            </a:extLst>
          </p:cNvPr>
          <p:cNvSpPr txBox="1"/>
          <p:nvPr/>
        </p:nvSpPr>
        <p:spPr>
          <a:xfrm flipH="1">
            <a:off x="5179969" y="1586970"/>
            <a:ext cx="2097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</p:txBody>
      </p:sp>
      <p:sp>
        <p:nvSpPr>
          <p:cNvPr id="25" name="Google Shape;11707;p100">
            <a:extLst>
              <a:ext uri="{FF2B5EF4-FFF2-40B4-BE49-F238E27FC236}">
                <a16:creationId xmlns:a16="http://schemas.microsoft.com/office/drawing/2014/main" id="{6DE8EEB3-B6AD-4635-A611-0A2400E52C3A}"/>
              </a:ext>
            </a:extLst>
          </p:cNvPr>
          <p:cNvSpPr/>
          <p:nvPr/>
        </p:nvSpPr>
        <p:spPr>
          <a:xfrm>
            <a:off x="4723674" y="1568802"/>
            <a:ext cx="433284" cy="422781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1707;p100">
            <a:extLst>
              <a:ext uri="{FF2B5EF4-FFF2-40B4-BE49-F238E27FC236}">
                <a16:creationId xmlns:a16="http://schemas.microsoft.com/office/drawing/2014/main" id="{9A51A8F0-E968-4D25-90FC-8FF42B1C26A3}"/>
              </a:ext>
            </a:extLst>
          </p:cNvPr>
          <p:cNvSpPr/>
          <p:nvPr/>
        </p:nvSpPr>
        <p:spPr>
          <a:xfrm>
            <a:off x="4700663" y="2324635"/>
            <a:ext cx="433284" cy="422781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021AB0-F644-4D39-A53D-ABB7C97515E9}"/>
              </a:ext>
            </a:extLst>
          </p:cNvPr>
          <p:cNvSpPr txBox="1"/>
          <p:nvPr/>
        </p:nvSpPr>
        <p:spPr>
          <a:xfrm>
            <a:off x="5179969" y="2324635"/>
            <a:ext cx="2614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Challenges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52DBBB-4D72-4382-BD02-F7719A95D083}"/>
              </a:ext>
            </a:extLst>
          </p:cNvPr>
          <p:cNvSpPr txBox="1"/>
          <p:nvPr/>
        </p:nvSpPr>
        <p:spPr>
          <a:xfrm>
            <a:off x="5172450" y="3022967"/>
            <a:ext cx="19502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5C329CF-AC90-45FB-A419-D590588F5D42}"/>
              </a:ext>
            </a:extLst>
          </p:cNvPr>
          <p:cNvCxnSpPr>
            <a:cxnSpLocks/>
          </p:cNvCxnSpPr>
          <p:nvPr/>
        </p:nvCxnSpPr>
        <p:spPr>
          <a:xfrm flipV="1">
            <a:off x="942229" y="1338467"/>
            <a:ext cx="7158784" cy="4559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24E94C9-3864-4146-BA9F-468F8C1951F7}"/>
              </a:ext>
            </a:extLst>
          </p:cNvPr>
          <p:cNvCxnSpPr>
            <a:cxnSpLocks/>
          </p:cNvCxnSpPr>
          <p:nvPr/>
        </p:nvCxnSpPr>
        <p:spPr>
          <a:xfrm>
            <a:off x="942229" y="4497243"/>
            <a:ext cx="7329671" cy="3377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5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5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50D9AD-01BC-43D1-953B-BF1255A5D90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-348532" y="539500"/>
            <a:ext cx="2713703" cy="3828020"/>
          </a:xfrm>
          <a:prstGeom prst="rect">
            <a:avLst/>
          </a:prstGeom>
        </p:spPr>
      </p:pic>
      <p:sp>
        <p:nvSpPr>
          <p:cNvPr id="1297" name="Google Shape;1297;p48"/>
          <p:cNvSpPr txBox="1">
            <a:spLocks noGrp="1"/>
          </p:cNvSpPr>
          <p:nvPr>
            <p:ph type="title" idx="15"/>
          </p:nvPr>
        </p:nvSpPr>
        <p:spPr>
          <a:xfrm>
            <a:off x="872100" y="53950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0"/>
              </a:rPr>
              <a:t>Introduction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71B21C-8F1B-4436-B631-E18F76BD79A6}"/>
              </a:ext>
            </a:extLst>
          </p:cNvPr>
          <p:cNvSpPr txBox="1"/>
          <p:nvPr/>
        </p:nvSpPr>
        <p:spPr>
          <a:xfrm>
            <a:off x="1714500" y="1803174"/>
            <a:ext cx="5818240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vehicle growth makes parking management challenging in cities.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parking is inefficient, time-consuming, and causes congestion.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entry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allocation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exit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fire to improve parking safety.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secure, efficient, and user-friendly parking solution.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25AFA4-9117-48A1-BFE8-5721FFD473D6}"/>
              </a:ext>
            </a:extLst>
          </p:cNvPr>
          <p:cNvSpPr/>
          <p:nvPr/>
        </p:nvSpPr>
        <p:spPr>
          <a:xfrm>
            <a:off x="1662880" y="1246240"/>
            <a:ext cx="5818240" cy="3121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7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75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75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75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75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1297;p48">
            <a:extLst>
              <a:ext uri="{FF2B5EF4-FFF2-40B4-BE49-F238E27FC236}">
                <a16:creationId xmlns:a16="http://schemas.microsoft.com/office/drawing/2014/main" id="{36B3042E-9B94-4695-A371-19C04AEF1155}"/>
              </a:ext>
            </a:extLst>
          </p:cNvPr>
          <p:cNvSpPr txBox="1">
            <a:spLocks/>
          </p:cNvSpPr>
          <p:nvPr/>
        </p:nvSpPr>
        <p:spPr>
          <a:xfrm>
            <a:off x="586741" y="601980"/>
            <a:ext cx="5356408" cy="771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3000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0"/>
              </a:rPr>
              <a:t>Key Features </a:t>
            </a:r>
            <a:r>
              <a:rPr lang="en-US" sz="3000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0"/>
              </a:rPr>
              <a:t>Implemented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6F4EFC7-99E2-4DB4-895F-50B2206F2F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3859825"/>
              </p:ext>
            </p:extLst>
          </p:nvPr>
        </p:nvGraphicFramePr>
        <p:xfrm>
          <a:off x="751625" y="1373291"/>
          <a:ext cx="4671047" cy="2769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55DE071C-3AA0-4F77-8AC1-94DF4D32B43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5943148" y="0"/>
            <a:ext cx="3200852" cy="5200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Graphic spid="8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51"/>
          <p:cNvSpPr txBox="1">
            <a:spLocks noGrp="1"/>
          </p:cNvSpPr>
          <p:nvPr>
            <p:ph type="title"/>
          </p:nvPr>
        </p:nvSpPr>
        <p:spPr>
          <a:xfrm>
            <a:off x="872100" y="646832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0"/>
              </a:rPr>
              <a:t>Hardware</a:t>
            </a:r>
            <a:r>
              <a:rPr lang="en" sz="3000" dirty="0">
                <a:solidFill>
                  <a:schemeClr val="accent5"/>
                </a:solidFill>
                <a:latin typeface="Arial Rounded MT Bold" panose="020F0704030504030204" pitchFamily="34" charset="0"/>
              </a:rPr>
              <a:t> </a:t>
            </a:r>
            <a:r>
              <a:rPr lang="en" sz="3000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0"/>
              </a:rPr>
              <a:t>Components</a:t>
            </a:r>
            <a:endParaRPr dirty="0"/>
          </a:p>
        </p:txBody>
      </p:sp>
      <p:sp>
        <p:nvSpPr>
          <p:cNvPr id="1352" name="Google Shape;1352;p51"/>
          <p:cNvSpPr txBox="1">
            <a:spLocks noGrp="1"/>
          </p:cNvSpPr>
          <p:nvPr>
            <p:ph type="subTitle" idx="1"/>
          </p:nvPr>
        </p:nvSpPr>
        <p:spPr>
          <a:xfrm>
            <a:off x="1703477" y="1764429"/>
            <a:ext cx="3290844" cy="19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 Sensor(vehicle sensor)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MQ-2 Gas Sensor(fire detection)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4x4 Keypad(ID input)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Motor(Gate Control)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7" name="Google Shape;1352;p51">
            <a:extLst>
              <a:ext uri="{FF2B5EF4-FFF2-40B4-BE49-F238E27FC236}">
                <a16:creationId xmlns:a16="http://schemas.microsoft.com/office/drawing/2014/main" id="{7D952DA5-D64C-4AD9-8A49-5DC19263027D}"/>
              </a:ext>
            </a:extLst>
          </p:cNvPr>
          <p:cNvSpPr txBox="1">
            <a:spLocks/>
          </p:cNvSpPr>
          <p:nvPr/>
        </p:nvSpPr>
        <p:spPr>
          <a:xfrm>
            <a:off x="5015100" y="1764429"/>
            <a:ext cx="3256800" cy="19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 With I2C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LEDs(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green,red,white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Buzzer(alarm)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Module</a:t>
            </a:r>
          </a:p>
          <a:p>
            <a:pPr marL="0" indent="0">
              <a:buSzPts val="1100"/>
              <a:buFont typeface="Arial"/>
              <a:buNone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1777FD-4640-46F6-B33C-F29DC1800972}"/>
              </a:ext>
            </a:extLst>
          </p:cNvPr>
          <p:cNvSpPr/>
          <p:nvPr/>
        </p:nvSpPr>
        <p:spPr>
          <a:xfrm>
            <a:off x="1263420" y="1363980"/>
            <a:ext cx="6629400" cy="28446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oogle Shape;2340;p88">
            <a:extLst>
              <a:ext uri="{FF2B5EF4-FFF2-40B4-BE49-F238E27FC236}">
                <a16:creationId xmlns:a16="http://schemas.microsoft.com/office/drawing/2014/main" id="{9CE55601-2F54-4847-AC47-80F5B48CA1AC}"/>
              </a:ext>
            </a:extLst>
          </p:cNvPr>
          <p:cNvGrpSpPr/>
          <p:nvPr/>
        </p:nvGrpSpPr>
        <p:grpSpPr>
          <a:xfrm>
            <a:off x="1606324" y="1991812"/>
            <a:ext cx="162515" cy="90049"/>
            <a:chOff x="4791775" y="1877500"/>
            <a:chExt cx="66725" cy="36975"/>
          </a:xfrm>
          <a:solidFill>
            <a:schemeClr val="bg1"/>
          </a:solidFill>
        </p:grpSpPr>
        <p:sp>
          <p:nvSpPr>
            <p:cNvPr id="10" name="Google Shape;2341;p88">
              <a:extLst>
                <a:ext uri="{FF2B5EF4-FFF2-40B4-BE49-F238E27FC236}">
                  <a16:creationId xmlns:a16="http://schemas.microsoft.com/office/drawing/2014/main" id="{D27B79BA-BAD8-47AF-B055-B22A8EA12BE2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42;p88">
              <a:extLst>
                <a:ext uri="{FF2B5EF4-FFF2-40B4-BE49-F238E27FC236}">
                  <a16:creationId xmlns:a16="http://schemas.microsoft.com/office/drawing/2014/main" id="{D9C29155-0EE8-486F-A9C6-11B5E0F8019E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2340;p88">
            <a:extLst>
              <a:ext uri="{FF2B5EF4-FFF2-40B4-BE49-F238E27FC236}">
                <a16:creationId xmlns:a16="http://schemas.microsoft.com/office/drawing/2014/main" id="{FB496B41-FB99-4805-9095-CE1EFB6DD40C}"/>
              </a:ext>
            </a:extLst>
          </p:cNvPr>
          <p:cNvGrpSpPr/>
          <p:nvPr/>
        </p:nvGrpSpPr>
        <p:grpSpPr>
          <a:xfrm>
            <a:off x="1590163" y="2309243"/>
            <a:ext cx="162515" cy="90049"/>
            <a:chOff x="4791775" y="1877500"/>
            <a:chExt cx="66725" cy="36975"/>
          </a:xfrm>
          <a:solidFill>
            <a:schemeClr val="bg1"/>
          </a:solidFill>
        </p:grpSpPr>
        <p:sp>
          <p:nvSpPr>
            <p:cNvPr id="13" name="Google Shape;2341;p88">
              <a:extLst>
                <a:ext uri="{FF2B5EF4-FFF2-40B4-BE49-F238E27FC236}">
                  <a16:creationId xmlns:a16="http://schemas.microsoft.com/office/drawing/2014/main" id="{E1B39DFC-7C08-4363-AF34-5C32CA30D47F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42;p88">
              <a:extLst>
                <a:ext uri="{FF2B5EF4-FFF2-40B4-BE49-F238E27FC236}">
                  <a16:creationId xmlns:a16="http://schemas.microsoft.com/office/drawing/2014/main" id="{6B66F3B1-BEC2-4A33-B382-84D6402AFAD3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2340;p88">
            <a:extLst>
              <a:ext uri="{FF2B5EF4-FFF2-40B4-BE49-F238E27FC236}">
                <a16:creationId xmlns:a16="http://schemas.microsoft.com/office/drawing/2014/main" id="{76561186-EB1E-4872-9918-8D5E31C34428}"/>
              </a:ext>
            </a:extLst>
          </p:cNvPr>
          <p:cNvGrpSpPr/>
          <p:nvPr/>
        </p:nvGrpSpPr>
        <p:grpSpPr>
          <a:xfrm>
            <a:off x="1590163" y="2643701"/>
            <a:ext cx="162515" cy="90049"/>
            <a:chOff x="4791775" y="1877500"/>
            <a:chExt cx="66725" cy="36975"/>
          </a:xfrm>
          <a:solidFill>
            <a:schemeClr val="bg1"/>
          </a:solidFill>
        </p:grpSpPr>
        <p:sp>
          <p:nvSpPr>
            <p:cNvPr id="16" name="Google Shape;2341;p88">
              <a:extLst>
                <a:ext uri="{FF2B5EF4-FFF2-40B4-BE49-F238E27FC236}">
                  <a16:creationId xmlns:a16="http://schemas.microsoft.com/office/drawing/2014/main" id="{D652CDAA-B286-4BC2-8932-AC9BE39F983D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342;p88">
              <a:extLst>
                <a:ext uri="{FF2B5EF4-FFF2-40B4-BE49-F238E27FC236}">
                  <a16:creationId xmlns:a16="http://schemas.microsoft.com/office/drawing/2014/main" id="{319436D2-D221-43DC-A22E-B7A9F31C726C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2340;p88">
            <a:extLst>
              <a:ext uri="{FF2B5EF4-FFF2-40B4-BE49-F238E27FC236}">
                <a16:creationId xmlns:a16="http://schemas.microsoft.com/office/drawing/2014/main" id="{9A7072A3-BA2D-481A-B20F-DB41B5EED84E}"/>
              </a:ext>
            </a:extLst>
          </p:cNvPr>
          <p:cNvGrpSpPr/>
          <p:nvPr/>
        </p:nvGrpSpPr>
        <p:grpSpPr>
          <a:xfrm>
            <a:off x="1575006" y="2983925"/>
            <a:ext cx="162515" cy="90049"/>
            <a:chOff x="4791775" y="1877500"/>
            <a:chExt cx="66725" cy="36975"/>
          </a:xfrm>
          <a:solidFill>
            <a:schemeClr val="bg1"/>
          </a:solidFill>
        </p:grpSpPr>
        <p:sp>
          <p:nvSpPr>
            <p:cNvPr id="19" name="Google Shape;2341;p88">
              <a:extLst>
                <a:ext uri="{FF2B5EF4-FFF2-40B4-BE49-F238E27FC236}">
                  <a16:creationId xmlns:a16="http://schemas.microsoft.com/office/drawing/2014/main" id="{258D7775-8676-4C66-999C-098AA14524CD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42;p88">
              <a:extLst>
                <a:ext uri="{FF2B5EF4-FFF2-40B4-BE49-F238E27FC236}">
                  <a16:creationId xmlns:a16="http://schemas.microsoft.com/office/drawing/2014/main" id="{F405F6B3-8D56-47DC-A5F1-F0263F4AAE1C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340;p88">
            <a:extLst>
              <a:ext uri="{FF2B5EF4-FFF2-40B4-BE49-F238E27FC236}">
                <a16:creationId xmlns:a16="http://schemas.microsoft.com/office/drawing/2014/main" id="{03755CB2-30C7-4E6B-8835-2BC903FA1846}"/>
              </a:ext>
            </a:extLst>
          </p:cNvPr>
          <p:cNvGrpSpPr/>
          <p:nvPr/>
        </p:nvGrpSpPr>
        <p:grpSpPr>
          <a:xfrm>
            <a:off x="1568999" y="3301233"/>
            <a:ext cx="162515" cy="90049"/>
            <a:chOff x="4791775" y="1877500"/>
            <a:chExt cx="66725" cy="36975"/>
          </a:xfrm>
          <a:solidFill>
            <a:schemeClr val="bg1"/>
          </a:solidFill>
        </p:grpSpPr>
        <p:sp>
          <p:nvSpPr>
            <p:cNvPr id="22" name="Google Shape;2341;p88">
              <a:extLst>
                <a:ext uri="{FF2B5EF4-FFF2-40B4-BE49-F238E27FC236}">
                  <a16:creationId xmlns:a16="http://schemas.microsoft.com/office/drawing/2014/main" id="{73B06FEB-01A6-42CE-AF8F-0B22DBF488A2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42;p88">
              <a:extLst>
                <a:ext uri="{FF2B5EF4-FFF2-40B4-BE49-F238E27FC236}">
                  <a16:creationId xmlns:a16="http://schemas.microsoft.com/office/drawing/2014/main" id="{91E38CDE-8D5D-4FD9-AD8B-25A0A157DC3A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2340;p88">
            <a:extLst>
              <a:ext uri="{FF2B5EF4-FFF2-40B4-BE49-F238E27FC236}">
                <a16:creationId xmlns:a16="http://schemas.microsoft.com/office/drawing/2014/main" id="{001B83A5-2A95-4716-961C-3FF791AC0B5D}"/>
              </a:ext>
            </a:extLst>
          </p:cNvPr>
          <p:cNvGrpSpPr/>
          <p:nvPr/>
        </p:nvGrpSpPr>
        <p:grpSpPr>
          <a:xfrm>
            <a:off x="4852585" y="2022414"/>
            <a:ext cx="162515" cy="90049"/>
            <a:chOff x="4791775" y="1877500"/>
            <a:chExt cx="66725" cy="36975"/>
          </a:xfrm>
          <a:solidFill>
            <a:schemeClr val="bg1"/>
          </a:solidFill>
        </p:grpSpPr>
        <p:sp>
          <p:nvSpPr>
            <p:cNvPr id="25" name="Google Shape;2341;p88">
              <a:extLst>
                <a:ext uri="{FF2B5EF4-FFF2-40B4-BE49-F238E27FC236}">
                  <a16:creationId xmlns:a16="http://schemas.microsoft.com/office/drawing/2014/main" id="{833445B0-5B33-4CE8-986A-F82A6CCBD3E8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342;p88">
              <a:extLst>
                <a:ext uri="{FF2B5EF4-FFF2-40B4-BE49-F238E27FC236}">
                  <a16:creationId xmlns:a16="http://schemas.microsoft.com/office/drawing/2014/main" id="{2DD6B25D-7AFD-44D9-89EE-B02784841F85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2340;p88">
            <a:extLst>
              <a:ext uri="{FF2B5EF4-FFF2-40B4-BE49-F238E27FC236}">
                <a16:creationId xmlns:a16="http://schemas.microsoft.com/office/drawing/2014/main" id="{BE7D10AE-8D56-4E54-9836-1767BDC724A9}"/>
              </a:ext>
            </a:extLst>
          </p:cNvPr>
          <p:cNvGrpSpPr/>
          <p:nvPr/>
        </p:nvGrpSpPr>
        <p:grpSpPr>
          <a:xfrm>
            <a:off x="4842195" y="2315521"/>
            <a:ext cx="162515" cy="90049"/>
            <a:chOff x="4791775" y="1877500"/>
            <a:chExt cx="66725" cy="36975"/>
          </a:xfrm>
          <a:solidFill>
            <a:schemeClr val="bg1"/>
          </a:solidFill>
        </p:grpSpPr>
        <p:sp>
          <p:nvSpPr>
            <p:cNvPr id="28" name="Google Shape;2341;p88">
              <a:extLst>
                <a:ext uri="{FF2B5EF4-FFF2-40B4-BE49-F238E27FC236}">
                  <a16:creationId xmlns:a16="http://schemas.microsoft.com/office/drawing/2014/main" id="{DE3975FA-D566-41BE-836B-02961E1740BD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342;p88">
              <a:extLst>
                <a:ext uri="{FF2B5EF4-FFF2-40B4-BE49-F238E27FC236}">
                  <a16:creationId xmlns:a16="http://schemas.microsoft.com/office/drawing/2014/main" id="{170BA906-EBF2-48DB-A606-E54CE80D631E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2340;p88">
            <a:extLst>
              <a:ext uri="{FF2B5EF4-FFF2-40B4-BE49-F238E27FC236}">
                <a16:creationId xmlns:a16="http://schemas.microsoft.com/office/drawing/2014/main" id="{C12FB988-2B7E-4B15-A493-AA4F056C7255}"/>
              </a:ext>
            </a:extLst>
          </p:cNvPr>
          <p:cNvGrpSpPr/>
          <p:nvPr/>
        </p:nvGrpSpPr>
        <p:grpSpPr>
          <a:xfrm>
            <a:off x="4852585" y="2640167"/>
            <a:ext cx="162515" cy="90049"/>
            <a:chOff x="4791775" y="1877500"/>
            <a:chExt cx="66725" cy="36975"/>
          </a:xfrm>
          <a:solidFill>
            <a:schemeClr val="bg1"/>
          </a:solidFill>
        </p:grpSpPr>
        <p:sp>
          <p:nvSpPr>
            <p:cNvPr id="31" name="Google Shape;2341;p88">
              <a:extLst>
                <a:ext uri="{FF2B5EF4-FFF2-40B4-BE49-F238E27FC236}">
                  <a16:creationId xmlns:a16="http://schemas.microsoft.com/office/drawing/2014/main" id="{B534C5A0-2769-4B58-9A1E-382EE8266A7C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342;p88">
              <a:extLst>
                <a:ext uri="{FF2B5EF4-FFF2-40B4-BE49-F238E27FC236}">
                  <a16:creationId xmlns:a16="http://schemas.microsoft.com/office/drawing/2014/main" id="{93B8EF2D-5B5F-4D92-B721-FF35B25785AE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2340;p88">
            <a:extLst>
              <a:ext uri="{FF2B5EF4-FFF2-40B4-BE49-F238E27FC236}">
                <a16:creationId xmlns:a16="http://schemas.microsoft.com/office/drawing/2014/main" id="{2CB6DF22-A00A-420A-8312-7F60AD0DA41E}"/>
              </a:ext>
            </a:extLst>
          </p:cNvPr>
          <p:cNvGrpSpPr/>
          <p:nvPr/>
        </p:nvGrpSpPr>
        <p:grpSpPr>
          <a:xfrm>
            <a:off x="4852585" y="2959781"/>
            <a:ext cx="162515" cy="90049"/>
            <a:chOff x="4791775" y="1877500"/>
            <a:chExt cx="66725" cy="36975"/>
          </a:xfrm>
          <a:solidFill>
            <a:schemeClr val="bg1"/>
          </a:solidFill>
        </p:grpSpPr>
        <p:sp>
          <p:nvSpPr>
            <p:cNvPr id="34" name="Google Shape;2341;p88">
              <a:extLst>
                <a:ext uri="{FF2B5EF4-FFF2-40B4-BE49-F238E27FC236}">
                  <a16:creationId xmlns:a16="http://schemas.microsoft.com/office/drawing/2014/main" id="{1446CE8A-D34D-4AF9-AE0C-4D5FE888FF5A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342;p88">
              <a:extLst>
                <a:ext uri="{FF2B5EF4-FFF2-40B4-BE49-F238E27FC236}">
                  <a16:creationId xmlns:a16="http://schemas.microsoft.com/office/drawing/2014/main" id="{BF8ABA73-935D-4484-9740-66902914CBD5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750"/>
                                        <p:tgtEl>
                                          <p:spTgt spid="1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1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750"/>
                                        <p:tgtEl>
                                          <p:spTgt spid="1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5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750"/>
                                        <p:tgtEl>
                                          <p:spTgt spid="13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750"/>
                                        <p:tgtEl>
                                          <p:spTgt spid="13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25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7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75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7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7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" grpId="0"/>
      <p:bldP spid="135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53"/>
          <p:cNvSpPr txBox="1">
            <a:spLocks noGrp="1"/>
          </p:cNvSpPr>
          <p:nvPr>
            <p:ph type="title"/>
          </p:nvPr>
        </p:nvSpPr>
        <p:spPr>
          <a:xfrm>
            <a:off x="872100" y="371860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ial Rounded MT Bold" panose="020F0704030504030204" pitchFamily="34" charset="0"/>
              </a:rPr>
              <a:t>System Architecture </a:t>
            </a:r>
            <a:endParaRPr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8E28F37-CD41-49F4-B218-7961657180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9124305"/>
              </p:ext>
            </p:extLst>
          </p:nvPr>
        </p:nvGraphicFramePr>
        <p:xfrm>
          <a:off x="762000" y="1478280"/>
          <a:ext cx="3863340" cy="2775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8E2ED01-EF53-4D57-9CFA-91A808350EC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13855" t="10896" r="13047" b="24014"/>
          <a:stretch/>
        </p:blipFill>
        <p:spPr>
          <a:xfrm>
            <a:off x="5174740" y="1098755"/>
            <a:ext cx="3429000" cy="332576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B200F8-0EB6-4278-9DEB-4B00DCF467A2}"/>
              </a:ext>
            </a:extLst>
          </p:cNvPr>
          <p:cNvCxnSpPr>
            <a:cxnSpLocks/>
          </p:cNvCxnSpPr>
          <p:nvPr/>
        </p:nvCxnSpPr>
        <p:spPr>
          <a:xfrm>
            <a:off x="5049357" y="1098755"/>
            <a:ext cx="0" cy="35101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7" grpId="0"/>
      <p:bldGraphic spid="4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492;p61">
            <a:extLst>
              <a:ext uri="{FF2B5EF4-FFF2-40B4-BE49-F238E27FC236}">
                <a16:creationId xmlns:a16="http://schemas.microsoft.com/office/drawing/2014/main" id="{AC39F95F-4547-4A4E-B985-0987EB46C46A}"/>
              </a:ext>
            </a:extLst>
          </p:cNvPr>
          <p:cNvSpPr/>
          <p:nvPr/>
        </p:nvSpPr>
        <p:spPr>
          <a:xfrm>
            <a:off x="4264463" y="1298514"/>
            <a:ext cx="4503689" cy="374682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2" name="Google Shape;1492;p61"/>
          <p:cNvSpPr/>
          <p:nvPr/>
        </p:nvSpPr>
        <p:spPr>
          <a:xfrm>
            <a:off x="515315" y="1232937"/>
            <a:ext cx="2951785" cy="311114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1DECBBBB-9927-443E-9991-74836820165B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504" r="2504"/>
          <a:stretch>
            <a:fillRect/>
          </a:stretch>
        </p:blipFill>
        <p:spPr>
          <a:xfrm>
            <a:off x="347944" y="1096922"/>
            <a:ext cx="2890556" cy="3042766"/>
          </a:xfr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98D34413-9E9D-44DE-B86E-90D81CF773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15B387-ED1B-4662-A20C-743457D6B7D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35000"/>
                    </a14:imgEffect>
                    <a14:imgEffect>
                      <a14:brightnessContrast bright="44000"/>
                    </a14:imgEffect>
                  </a14:imgLayer>
                </a14:imgProps>
              </a:ext>
            </a:extLst>
          </a:blip>
          <a:srcRect l="16694" t="21792" r="23628" b="8912"/>
          <a:stretch/>
        </p:blipFill>
        <p:spPr>
          <a:xfrm>
            <a:off x="4124996" y="906212"/>
            <a:ext cx="4414825" cy="3993447"/>
          </a:xfrm>
          <a:prstGeom prst="rect">
            <a:avLst/>
          </a:prstGeom>
          <a:ln>
            <a:solidFill>
              <a:schemeClr val="accent1">
                <a:lumMod val="1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25B624-D5E8-4096-B296-7E33494F24D8}"/>
              </a:ext>
            </a:extLst>
          </p:cNvPr>
          <p:cNvSpPr txBox="1"/>
          <p:nvPr/>
        </p:nvSpPr>
        <p:spPr>
          <a:xfrm>
            <a:off x="2792461" y="183675"/>
            <a:ext cx="38938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>
                    <a:lumMod val="75000"/>
                  </a:schemeClr>
                </a:solidFill>
                <a:latin typeface="Arial Rounded MT Bold" panose="020F0704030504030204" pitchFamily="34" charset="0"/>
              </a:rPr>
              <a:t>Working Principle </a:t>
            </a:r>
            <a:endParaRPr lang="en-US" sz="3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92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E8E89C05-7A0F-42AC-A1A8-8BC90681DB4C}"/>
              </a:ext>
            </a:extLst>
          </p:cNvPr>
          <p:cNvSpPr/>
          <p:nvPr/>
        </p:nvSpPr>
        <p:spPr>
          <a:xfrm>
            <a:off x="5084990" y="1182149"/>
            <a:ext cx="3624263" cy="3345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A1D8EAE2-FF7E-4FC7-B386-4D1B83D20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660" y="327890"/>
            <a:ext cx="7399800" cy="576000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Results &amp; Challenges 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0ECCD7D8-60E1-4D74-84E9-7A3E547443B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52500" y="1386840"/>
            <a:ext cx="3500554" cy="288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correctly manages parking slots.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is prevented.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Fire/gas is detected quickly.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 alerts function properly.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50000"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24B615-5EEA-44C4-A9AD-D0B69C0648BA}"/>
              </a:ext>
            </a:extLst>
          </p:cNvPr>
          <p:cNvSpPr txBox="1"/>
          <p:nvPr/>
        </p:nvSpPr>
        <p:spPr>
          <a:xfrm>
            <a:off x="5318760" y="1524000"/>
            <a:ext cx="3390493" cy="2102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calibration issues.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Timing management.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synchronization.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60000"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Debugging keypad &amp; servo conflicts.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4562806-0E6F-493D-9B14-588B58593189}"/>
              </a:ext>
            </a:extLst>
          </p:cNvPr>
          <p:cNvSpPr/>
          <p:nvPr/>
        </p:nvSpPr>
        <p:spPr>
          <a:xfrm>
            <a:off x="856297" y="1182149"/>
            <a:ext cx="3624263" cy="33454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757982A-C145-4EF7-9D6F-57D6AA46C3B1}"/>
              </a:ext>
            </a:extLst>
          </p:cNvPr>
          <p:cNvSpPr/>
          <p:nvPr/>
        </p:nvSpPr>
        <p:spPr>
          <a:xfrm>
            <a:off x="856297" y="1182149"/>
            <a:ext cx="3624262" cy="3418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Results: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B8B5A89-6ADD-4409-9367-B174EC0C670F}"/>
              </a:ext>
            </a:extLst>
          </p:cNvPr>
          <p:cNvSpPr/>
          <p:nvPr/>
        </p:nvSpPr>
        <p:spPr>
          <a:xfrm>
            <a:off x="5084991" y="1182148"/>
            <a:ext cx="3624262" cy="3418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Challenges: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5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75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22" grpId="0"/>
      <p:bldP spid="25" grpId="0"/>
      <p:bldP spid="31" grpId="0"/>
      <p:bldP spid="73" grpId="0" animBg="1"/>
      <p:bldP spid="74" grpId="0" animBg="1"/>
      <p:bldP spid="7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55"/>
          <p:cNvSpPr txBox="1">
            <a:spLocks noGrp="1"/>
          </p:cNvSpPr>
          <p:nvPr>
            <p:ph type="title"/>
          </p:nvPr>
        </p:nvSpPr>
        <p:spPr>
          <a:xfrm>
            <a:off x="872099" y="457841"/>
            <a:ext cx="7399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ial Rounded MT Bold" panose="020F0704030504030204" pitchFamily="34" charset="0"/>
              </a:rPr>
              <a:t>Future Improvements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CC2901-AD6D-4F57-9413-0F98E6E5F798}"/>
              </a:ext>
            </a:extLst>
          </p:cNvPr>
          <p:cNvSpPr/>
          <p:nvPr/>
        </p:nvSpPr>
        <p:spPr>
          <a:xfrm>
            <a:off x="1199760" y="1374626"/>
            <a:ext cx="2427360" cy="576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Increase Parking Slots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2A3D10-266D-4AE6-A044-5450B709F372}"/>
              </a:ext>
            </a:extLst>
          </p:cNvPr>
          <p:cNvSpPr/>
          <p:nvPr/>
        </p:nvSpPr>
        <p:spPr>
          <a:xfrm>
            <a:off x="5888062" y="1374626"/>
            <a:ext cx="2427360" cy="576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RFID / Mobile App Integration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F07E733-9F94-4816-AF1B-34F6E9E7BB97}"/>
              </a:ext>
            </a:extLst>
          </p:cNvPr>
          <p:cNvSpPr/>
          <p:nvPr/>
        </p:nvSpPr>
        <p:spPr>
          <a:xfrm>
            <a:off x="5888062" y="3034494"/>
            <a:ext cx="2427360" cy="576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Cloud - Based Monitoring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B4CFF39-C92C-4BAB-9D04-C1C09ED74948}"/>
              </a:ext>
            </a:extLst>
          </p:cNvPr>
          <p:cNvSpPr/>
          <p:nvPr/>
        </p:nvSpPr>
        <p:spPr>
          <a:xfrm>
            <a:off x="1199760" y="3017687"/>
            <a:ext cx="2427360" cy="576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SMS / App-Based Fire Alerts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9776E0-CED2-4ACB-ADE3-08C5D29173FB}"/>
              </a:ext>
            </a:extLst>
          </p:cNvPr>
          <p:cNvSpPr txBox="1"/>
          <p:nvPr/>
        </p:nvSpPr>
        <p:spPr>
          <a:xfrm>
            <a:off x="729225" y="1463028"/>
            <a:ext cx="470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🚗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AEBEE8-8C03-4919-AA7E-0C4A1021812A}"/>
              </a:ext>
            </a:extLst>
          </p:cNvPr>
          <p:cNvSpPr txBox="1"/>
          <p:nvPr/>
        </p:nvSpPr>
        <p:spPr>
          <a:xfrm>
            <a:off x="5436480" y="1503343"/>
            <a:ext cx="11029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📲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215CE9-CB62-4B3C-BF08-939E0185AACD}"/>
              </a:ext>
            </a:extLst>
          </p:cNvPr>
          <p:cNvSpPr txBox="1"/>
          <p:nvPr/>
        </p:nvSpPr>
        <p:spPr>
          <a:xfrm>
            <a:off x="5434768" y="3151799"/>
            <a:ext cx="470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☁️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6A2786-5611-4D51-90C3-0E65022CE286}"/>
              </a:ext>
            </a:extLst>
          </p:cNvPr>
          <p:cNvSpPr txBox="1"/>
          <p:nvPr/>
        </p:nvSpPr>
        <p:spPr>
          <a:xfrm>
            <a:off x="726752" y="3151798"/>
            <a:ext cx="3644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🚨 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6BE47C-BA2A-48EB-B238-FB50D2926220}"/>
              </a:ext>
            </a:extLst>
          </p:cNvPr>
          <p:cNvSpPr txBox="1"/>
          <p:nvPr/>
        </p:nvSpPr>
        <p:spPr>
          <a:xfrm>
            <a:off x="1107367" y="2024914"/>
            <a:ext cx="27207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Expand the system to manage more vehicles using additional sensors and slots.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E9B76E-C776-4E9F-B549-5E35F7B590C3}"/>
              </a:ext>
            </a:extLst>
          </p:cNvPr>
          <p:cNvSpPr txBox="1"/>
          <p:nvPr/>
        </p:nvSpPr>
        <p:spPr>
          <a:xfrm>
            <a:off x="5813646" y="2024914"/>
            <a:ext cx="25759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Enable faster and contactless access using RFID cards or a mobile application.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02FCAD-3804-4750-9919-3A4E94AEF101}"/>
              </a:ext>
            </a:extLst>
          </p:cNvPr>
          <p:cNvSpPr txBox="1"/>
          <p:nvPr/>
        </p:nvSpPr>
        <p:spPr>
          <a:xfrm>
            <a:off x="5808441" y="3643751"/>
            <a:ext cx="25759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Monitor parking status and system activity remotely through cloud connectivity.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E07FF2-484A-403A-8D40-293511ED483C}"/>
              </a:ext>
            </a:extLst>
          </p:cNvPr>
          <p:cNvSpPr txBox="1"/>
          <p:nvPr/>
        </p:nvSpPr>
        <p:spPr>
          <a:xfrm>
            <a:off x="1091169" y="3643751"/>
            <a:ext cx="2644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Send instant fire or gas alert notifications to users and authorities.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5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25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75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5" grpId="0"/>
      <p:bldP spid="20" grpId="0" animBg="1"/>
      <p:bldP spid="35" grpId="0" animBg="1"/>
      <p:bldP spid="36" grpId="0" animBg="1"/>
      <p:bldP spid="37" grpId="0" animBg="1"/>
      <p:bldP spid="25" grpId="0"/>
      <p:bldP spid="27" grpId="0"/>
      <p:bldP spid="28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57"/>
          <p:cNvSpPr txBox="1">
            <a:spLocks noGrp="1"/>
          </p:cNvSpPr>
          <p:nvPr>
            <p:ph type="title"/>
          </p:nvPr>
        </p:nvSpPr>
        <p:spPr>
          <a:xfrm>
            <a:off x="1785600" y="1436400"/>
            <a:ext cx="5572800" cy="22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lt1"/>
                </a:solidFill>
                <a:latin typeface="Arial Rounded MT Bold" panose="020F0704030504030204" pitchFamily="34" charset="0"/>
              </a:rPr>
              <a:t>Thank You</a:t>
            </a:r>
            <a:endParaRPr sz="4000" dirty="0">
              <a:solidFill>
                <a:schemeClr val="lt1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1456" name="Google Shape;1456;p57"/>
          <p:cNvGrpSpPr/>
          <p:nvPr/>
        </p:nvGrpSpPr>
        <p:grpSpPr>
          <a:xfrm>
            <a:off x="6874007" y="2571754"/>
            <a:ext cx="2471175" cy="2747975"/>
            <a:chOff x="7398357" y="-662077"/>
            <a:chExt cx="2471175" cy="2747975"/>
          </a:xfrm>
        </p:grpSpPr>
        <p:sp>
          <p:nvSpPr>
            <p:cNvPr id="1457" name="Google Shape;1457;p57"/>
            <p:cNvSpPr/>
            <p:nvPr/>
          </p:nvSpPr>
          <p:spPr>
            <a:xfrm rot="-5400000">
              <a:off x="7370982" y="-634702"/>
              <a:ext cx="2525925" cy="2471175"/>
            </a:xfrm>
            <a:custGeom>
              <a:avLst/>
              <a:gdLst/>
              <a:ahLst/>
              <a:cxnLst/>
              <a:rect l="l" t="t" r="r" b="b"/>
              <a:pathLst>
                <a:path w="101037" h="98847" extrusionOk="0">
                  <a:moveTo>
                    <a:pt x="12296" y="1"/>
                  </a:moveTo>
                  <a:cubicBezTo>
                    <a:pt x="9431" y="1"/>
                    <a:pt x="6566" y="1095"/>
                    <a:pt x="4378" y="3283"/>
                  </a:cubicBezTo>
                  <a:cubicBezTo>
                    <a:pt x="1" y="7660"/>
                    <a:pt x="1" y="14773"/>
                    <a:pt x="4378" y="19150"/>
                  </a:cubicBezTo>
                  <a:lnTo>
                    <a:pt x="80823" y="95564"/>
                  </a:lnTo>
                  <a:cubicBezTo>
                    <a:pt x="83011" y="97753"/>
                    <a:pt x="85876" y="98847"/>
                    <a:pt x="88741" y="98847"/>
                  </a:cubicBezTo>
                  <a:cubicBezTo>
                    <a:pt x="91606" y="98847"/>
                    <a:pt x="94471" y="97753"/>
                    <a:pt x="96659" y="95564"/>
                  </a:cubicBezTo>
                  <a:cubicBezTo>
                    <a:pt x="101036" y="91187"/>
                    <a:pt x="101036" y="84105"/>
                    <a:pt x="96659" y="79728"/>
                  </a:cubicBezTo>
                  <a:lnTo>
                    <a:pt x="20214" y="3283"/>
                  </a:lnTo>
                  <a:cubicBezTo>
                    <a:pt x="18025" y="1095"/>
                    <a:pt x="15161" y="1"/>
                    <a:pt x="1229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57"/>
            <p:cNvSpPr/>
            <p:nvPr/>
          </p:nvSpPr>
          <p:spPr>
            <a:xfrm rot="-5400000">
              <a:off x="7569882" y="-202877"/>
              <a:ext cx="1193050" cy="1192300"/>
            </a:xfrm>
            <a:custGeom>
              <a:avLst/>
              <a:gdLst/>
              <a:ahLst/>
              <a:cxnLst/>
              <a:rect l="l" t="t" r="r" b="b"/>
              <a:pathLst>
                <a:path w="47722" h="47692" fill="none" extrusionOk="0">
                  <a:moveTo>
                    <a:pt x="44591" y="44591"/>
                  </a:moveTo>
                  <a:lnTo>
                    <a:pt x="44591" y="44591"/>
                  </a:lnTo>
                  <a:cubicBezTo>
                    <a:pt x="47722" y="41491"/>
                    <a:pt x="47722" y="36445"/>
                    <a:pt x="44591" y="33345"/>
                  </a:cubicBezTo>
                  <a:lnTo>
                    <a:pt x="14348" y="3101"/>
                  </a:lnTo>
                  <a:cubicBezTo>
                    <a:pt x="11247" y="1"/>
                    <a:pt x="6201" y="1"/>
                    <a:pt x="3101" y="3101"/>
                  </a:cubicBezTo>
                  <a:lnTo>
                    <a:pt x="3101" y="3101"/>
                  </a:lnTo>
                  <a:cubicBezTo>
                    <a:pt x="1" y="6201"/>
                    <a:pt x="1" y="11217"/>
                    <a:pt x="3101" y="14347"/>
                  </a:cubicBezTo>
                  <a:lnTo>
                    <a:pt x="33375" y="44591"/>
                  </a:lnTo>
                  <a:cubicBezTo>
                    <a:pt x="36476" y="47691"/>
                    <a:pt x="41491" y="47691"/>
                    <a:pt x="44591" y="44591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57"/>
            <p:cNvSpPr/>
            <p:nvPr/>
          </p:nvSpPr>
          <p:spPr>
            <a:xfrm rot="-5400000">
              <a:off x="7937707" y="408023"/>
              <a:ext cx="1677875" cy="1677875"/>
            </a:xfrm>
            <a:custGeom>
              <a:avLst/>
              <a:gdLst/>
              <a:ahLst/>
              <a:cxnLst/>
              <a:rect l="l" t="t" r="r" b="b"/>
              <a:pathLst>
                <a:path w="67115" h="67115" fill="none" extrusionOk="0">
                  <a:moveTo>
                    <a:pt x="64318" y="64287"/>
                  </a:moveTo>
                  <a:lnTo>
                    <a:pt x="64318" y="64287"/>
                  </a:lnTo>
                  <a:cubicBezTo>
                    <a:pt x="67114" y="61491"/>
                    <a:pt x="67114" y="56962"/>
                    <a:pt x="64318" y="54166"/>
                  </a:cubicBezTo>
                  <a:lnTo>
                    <a:pt x="12949" y="2797"/>
                  </a:lnTo>
                  <a:cubicBezTo>
                    <a:pt x="10153" y="1"/>
                    <a:pt x="5624" y="1"/>
                    <a:pt x="2797" y="2797"/>
                  </a:cubicBezTo>
                  <a:lnTo>
                    <a:pt x="2797" y="2797"/>
                  </a:lnTo>
                  <a:cubicBezTo>
                    <a:pt x="1" y="5593"/>
                    <a:pt x="1" y="10122"/>
                    <a:pt x="2797" y="12919"/>
                  </a:cubicBezTo>
                  <a:lnTo>
                    <a:pt x="54166" y="64287"/>
                  </a:lnTo>
                  <a:cubicBezTo>
                    <a:pt x="56993" y="67114"/>
                    <a:pt x="61522" y="67114"/>
                    <a:pt x="64318" y="64287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57"/>
            <p:cNvSpPr/>
            <p:nvPr/>
          </p:nvSpPr>
          <p:spPr>
            <a:xfrm rot="-5400000">
              <a:off x="8047894" y="289485"/>
              <a:ext cx="1309325" cy="1274350"/>
            </a:xfrm>
            <a:custGeom>
              <a:avLst/>
              <a:gdLst/>
              <a:ahLst/>
              <a:cxnLst/>
              <a:rect l="l" t="t" r="r" b="b"/>
              <a:pathLst>
                <a:path w="52373" h="50974" extrusionOk="0">
                  <a:moveTo>
                    <a:pt x="7884" y="0"/>
                  </a:moveTo>
                  <a:cubicBezTo>
                    <a:pt x="6049" y="0"/>
                    <a:pt x="4210" y="699"/>
                    <a:pt x="2797" y="2097"/>
                  </a:cubicBezTo>
                  <a:cubicBezTo>
                    <a:pt x="0" y="4894"/>
                    <a:pt x="0" y="9453"/>
                    <a:pt x="2797" y="12250"/>
                  </a:cubicBezTo>
                  <a:lnTo>
                    <a:pt x="39424" y="48876"/>
                  </a:lnTo>
                  <a:cubicBezTo>
                    <a:pt x="40822" y="50274"/>
                    <a:pt x="42661" y="50973"/>
                    <a:pt x="44500" y="50973"/>
                  </a:cubicBezTo>
                  <a:cubicBezTo>
                    <a:pt x="46339" y="50973"/>
                    <a:pt x="48178" y="50274"/>
                    <a:pt x="49576" y="48876"/>
                  </a:cubicBezTo>
                  <a:cubicBezTo>
                    <a:pt x="52372" y="46049"/>
                    <a:pt x="52372" y="41520"/>
                    <a:pt x="49576" y="38724"/>
                  </a:cubicBezTo>
                  <a:lnTo>
                    <a:pt x="12949" y="2097"/>
                  </a:lnTo>
                  <a:cubicBezTo>
                    <a:pt x="11551" y="699"/>
                    <a:pt x="9719" y="0"/>
                    <a:pt x="7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57"/>
            <p:cNvSpPr/>
            <p:nvPr/>
          </p:nvSpPr>
          <p:spPr>
            <a:xfrm rot="-5400000">
              <a:off x="7513119" y="-490540"/>
              <a:ext cx="1827575" cy="1809500"/>
            </a:xfrm>
            <a:custGeom>
              <a:avLst/>
              <a:gdLst/>
              <a:ahLst/>
              <a:cxnLst/>
              <a:rect l="l" t="t" r="r" b="b"/>
              <a:pathLst>
                <a:path w="73103" h="72380" extrusionOk="0">
                  <a:moveTo>
                    <a:pt x="4089" y="0"/>
                  </a:moveTo>
                  <a:cubicBezTo>
                    <a:pt x="3139" y="0"/>
                    <a:pt x="2189" y="358"/>
                    <a:pt x="1460" y="1072"/>
                  </a:cubicBezTo>
                  <a:cubicBezTo>
                    <a:pt x="1" y="2531"/>
                    <a:pt x="1" y="4871"/>
                    <a:pt x="1460" y="6330"/>
                  </a:cubicBezTo>
                  <a:lnTo>
                    <a:pt x="66415" y="71286"/>
                  </a:lnTo>
                  <a:cubicBezTo>
                    <a:pt x="67130" y="72015"/>
                    <a:pt x="68080" y="72380"/>
                    <a:pt x="69033" y="72380"/>
                  </a:cubicBezTo>
                  <a:cubicBezTo>
                    <a:pt x="69987" y="72380"/>
                    <a:pt x="70944" y="72015"/>
                    <a:pt x="71674" y="71286"/>
                  </a:cubicBezTo>
                  <a:cubicBezTo>
                    <a:pt x="73103" y="69827"/>
                    <a:pt x="73103" y="67486"/>
                    <a:pt x="71674" y="66027"/>
                  </a:cubicBezTo>
                  <a:lnTo>
                    <a:pt x="6718" y="1072"/>
                  </a:lnTo>
                  <a:cubicBezTo>
                    <a:pt x="5989" y="358"/>
                    <a:pt x="5039" y="0"/>
                    <a:pt x="4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5" grpId="0"/>
    </p:bldLst>
  </p:timing>
</p:sld>
</file>

<file path=ppt/theme/theme1.xml><?xml version="1.0" encoding="utf-8"?>
<a:theme xmlns:a="http://schemas.openxmlformats.org/drawingml/2006/main" name="Topology - Master of Science in Mathematics by Slidesgo">
  <a:themeElements>
    <a:clrScheme name="Simple Light">
      <a:dk1>
        <a:srgbClr val="233251"/>
      </a:dk1>
      <a:lt1>
        <a:srgbClr val="34579E"/>
      </a:lt1>
      <a:dk2>
        <a:srgbClr val="36867D"/>
      </a:dk2>
      <a:lt2>
        <a:srgbClr val="70A19C"/>
      </a:lt2>
      <a:accent1>
        <a:srgbClr val="F1F1F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332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341</Words>
  <Application>Microsoft Office PowerPoint</Application>
  <PresentationFormat>On-screen Show (16:9)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Times New Roman</vt:lpstr>
      <vt:lpstr>Poppins Medium</vt:lpstr>
      <vt:lpstr>Wingdings</vt:lpstr>
      <vt:lpstr>Arial Rounded MT Bold</vt:lpstr>
      <vt:lpstr>Roboto</vt:lpstr>
      <vt:lpstr>Poppins SemiBold</vt:lpstr>
      <vt:lpstr>Arial</vt:lpstr>
      <vt:lpstr>Bebas Neue</vt:lpstr>
      <vt:lpstr>Topology - Master of Science in Mathematics by Slidesgo</vt:lpstr>
      <vt:lpstr>Presentation on_  Automatic Car Parking System </vt:lpstr>
      <vt:lpstr>Contents</vt:lpstr>
      <vt:lpstr>Introduction </vt:lpstr>
      <vt:lpstr>PowerPoint Presentation</vt:lpstr>
      <vt:lpstr>Hardware Components</vt:lpstr>
      <vt:lpstr>System Architecture </vt:lpstr>
      <vt:lpstr>PowerPoint Presentation</vt:lpstr>
      <vt:lpstr>Results &amp; Challenges </vt:lpstr>
      <vt:lpstr>Future Improvements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on_ Automatic Car Parking System</dc:title>
  <dc:creator>Lenovo</dc:creator>
  <cp:lastModifiedBy>PC</cp:lastModifiedBy>
  <cp:revision>253</cp:revision>
  <dcterms:modified xsi:type="dcterms:W3CDTF">2026-01-02T20:24:07Z</dcterms:modified>
</cp:coreProperties>
</file>